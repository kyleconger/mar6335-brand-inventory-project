
<file path=[Content_Types].xml><?xml version="1.0" encoding="utf-8"?>
<Types xmlns="http://schemas.openxmlformats.org/package/2006/content-types">
  <Default Extension="jfif" ContentType="image/jpeg"/>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3"/>
  </p:notesMasterIdLst>
  <p:sldIdLst>
    <p:sldId id="256" r:id="rId2"/>
    <p:sldId id="271" r:id="rId3"/>
    <p:sldId id="257" r:id="rId4"/>
    <p:sldId id="258" r:id="rId5"/>
    <p:sldId id="260" r:id="rId6"/>
    <p:sldId id="261" r:id="rId7"/>
    <p:sldId id="262" r:id="rId8"/>
    <p:sldId id="263" r:id="rId9"/>
    <p:sldId id="270" r:id="rId10"/>
    <p:sldId id="267" r:id="rId11"/>
    <p:sldId id="269" r:id="rId12"/>
  </p:sldIdLst>
  <p:sldSz cx="12192000" cy="6858000"/>
  <p:notesSz cx="7023100" cy="93091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1265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8792" autoAdjust="0"/>
    <p:restoredTop sz="86425" autoAdjust="0"/>
  </p:normalViewPr>
  <p:slideViewPr>
    <p:cSldViewPr snapToGrid="0">
      <p:cViewPr varScale="1">
        <p:scale>
          <a:sx n="64" d="100"/>
          <a:sy n="64" d="100"/>
        </p:scale>
        <p:origin x="51" y="978"/>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43343" cy="467072"/>
          </a:xfrm>
          <a:prstGeom prst="rect">
            <a:avLst/>
          </a:prstGeom>
        </p:spPr>
        <p:txBody>
          <a:bodyPr vert="horz" lIns="93324" tIns="46662" rIns="93324" bIns="46662" rtlCol="0"/>
          <a:lstStyle>
            <a:lvl1pPr algn="l">
              <a:defRPr sz="1200"/>
            </a:lvl1pPr>
          </a:lstStyle>
          <a:p>
            <a:endParaRPr lang="en-US"/>
          </a:p>
        </p:txBody>
      </p:sp>
      <p:sp>
        <p:nvSpPr>
          <p:cNvPr id="3" name="Date Placeholder 2"/>
          <p:cNvSpPr>
            <a:spLocks noGrp="1"/>
          </p:cNvSpPr>
          <p:nvPr>
            <p:ph type="dt" idx="1"/>
          </p:nvPr>
        </p:nvSpPr>
        <p:spPr>
          <a:xfrm>
            <a:off x="3978132" y="0"/>
            <a:ext cx="3043343" cy="467072"/>
          </a:xfrm>
          <a:prstGeom prst="rect">
            <a:avLst/>
          </a:prstGeom>
        </p:spPr>
        <p:txBody>
          <a:bodyPr vert="horz" lIns="93324" tIns="46662" rIns="93324" bIns="46662" rtlCol="0"/>
          <a:lstStyle>
            <a:lvl1pPr algn="r">
              <a:defRPr sz="1200"/>
            </a:lvl1pPr>
          </a:lstStyle>
          <a:p>
            <a:fld id="{90E1FDDE-6F7D-4BB2-AF88-7EC67F704EF2}" type="datetimeFigureOut">
              <a:rPr lang="en-US" smtClean="0"/>
              <a:t>9/19/2025</a:t>
            </a:fld>
            <a:endParaRPr lang="en-US"/>
          </a:p>
        </p:txBody>
      </p:sp>
      <p:sp>
        <p:nvSpPr>
          <p:cNvPr id="4" name="Slide Image Placeholder 3"/>
          <p:cNvSpPr>
            <a:spLocks noGrp="1" noRot="1" noChangeAspect="1"/>
          </p:cNvSpPr>
          <p:nvPr>
            <p:ph type="sldImg" idx="2"/>
          </p:nvPr>
        </p:nvSpPr>
        <p:spPr>
          <a:xfrm>
            <a:off x="719138" y="1163638"/>
            <a:ext cx="5584825" cy="3141662"/>
          </a:xfrm>
          <a:prstGeom prst="rect">
            <a:avLst/>
          </a:prstGeom>
          <a:noFill/>
          <a:ln w="12700">
            <a:solidFill>
              <a:prstClr val="black"/>
            </a:solidFill>
          </a:ln>
        </p:spPr>
        <p:txBody>
          <a:bodyPr vert="horz" lIns="93324" tIns="46662" rIns="93324" bIns="46662" rtlCol="0" anchor="ctr"/>
          <a:lstStyle/>
          <a:p>
            <a:endParaRPr lang="en-US"/>
          </a:p>
        </p:txBody>
      </p:sp>
      <p:sp>
        <p:nvSpPr>
          <p:cNvPr id="5" name="Notes Placeholder 4"/>
          <p:cNvSpPr>
            <a:spLocks noGrp="1"/>
          </p:cNvSpPr>
          <p:nvPr>
            <p:ph type="body" sz="quarter" idx="3"/>
          </p:nvPr>
        </p:nvSpPr>
        <p:spPr>
          <a:xfrm>
            <a:off x="702310" y="4480004"/>
            <a:ext cx="5618480" cy="3665458"/>
          </a:xfrm>
          <a:prstGeom prst="rect">
            <a:avLst/>
          </a:prstGeom>
        </p:spPr>
        <p:txBody>
          <a:bodyPr vert="horz" lIns="93324" tIns="46662" rIns="93324" bIns="46662"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42030"/>
            <a:ext cx="3043343" cy="467071"/>
          </a:xfrm>
          <a:prstGeom prst="rect">
            <a:avLst/>
          </a:prstGeom>
        </p:spPr>
        <p:txBody>
          <a:bodyPr vert="horz" lIns="93324" tIns="46662" rIns="93324" bIns="46662" rtlCol="0" anchor="b"/>
          <a:lstStyle>
            <a:lvl1pPr algn="l">
              <a:defRPr sz="1200"/>
            </a:lvl1pPr>
          </a:lstStyle>
          <a:p>
            <a:endParaRPr lang="en-US"/>
          </a:p>
        </p:txBody>
      </p:sp>
      <p:sp>
        <p:nvSpPr>
          <p:cNvPr id="7" name="Slide Number Placeholder 6"/>
          <p:cNvSpPr>
            <a:spLocks noGrp="1"/>
          </p:cNvSpPr>
          <p:nvPr>
            <p:ph type="sldNum" sz="quarter" idx="5"/>
          </p:nvPr>
        </p:nvSpPr>
        <p:spPr>
          <a:xfrm>
            <a:off x="3978132" y="8842030"/>
            <a:ext cx="3043343" cy="467071"/>
          </a:xfrm>
          <a:prstGeom prst="rect">
            <a:avLst/>
          </a:prstGeom>
        </p:spPr>
        <p:txBody>
          <a:bodyPr vert="horz" lIns="93324" tIns="46662" rIns="93324" bIns="46662" rtlCol="0" anchor="b"/>
          <a:lstStyle>
            <a:lvl1pPr algn="r">
              <a:defRPr sz="1200"/>
            </a:lvl1pPr>
          </a:lstStyle>
          <a:p>
            <a:fld id="{B493159C-BC0E-427F-82E2-637B7D40939D}" type="slidenum">
              <a:rPr lang="en-US" smtClean="0"/>
              <a:t>‹#›</a:t>
            </a:fld>
            <a:endParaRPr lang="en-US"/>
          </a:p>
        </p:txBody>
      </p:sp>
    </p:spTree>
    <p:extLst>
      <p:ext uri="{BB962C8B-B14F-4D97-AF65-F5344CB8AC3E}">
        <p14:creationId xmlns:p14="http://schemas.microsoft.com/office/powerpoint/2010/main" val="40454047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58255" indent="-291636">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66546" indent="-233309">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33164" indent="-233309">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99782" indent="-233309">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66401" indent="-233309"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3033019" indent="-233309"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99637" indent="-233309"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966256" indent="-233309"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12B7CB0D-50E1-4CD4-9942-943FB3C9DCFC}" type="slidenum">
              <a:rPr lang="en-US" altLang="en-US">
                <a:latin typeface="Tahoma" panose="020B0604030504040204" pitchFamily="34" charset="0"/>
              </a:rPr>
              <a:pPr>
                <a:spcBef>
                  <a:spcPct val="0"/>
                </a:spcBef>
              </a:pPr>
              <a:t>5</a:t>
            </a:fld>
            <a:endParaRPr lang="en-US" altLang="en-US">
              <a:latin typeface="Tahoma" panose="020B0604030504040204" pitchFamily="34" charset="0"/>
            </a:endParaRPr>
          </a:p>
        </p:txBody>
      </p:sp>
      <p:sp>
        <p:nvSpPr>
          <p:cNvPr id="19459" name="Rectangle 2"/>
          <p:cNvSpPr>
            <a:spLocks noChangeArrowheads="1"/>
          </p:cNvSpPr>
          <p:nvPr/>
        </p:nvSpPr>
        <p:spPr bwMode="auto">
          <a:xfrm>
            <a:off x="3979757" y="0"/>
            <a:ext cx="3043343" cy="413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3324" tIns="46662" rIns="93324" bIns="46662" anchor="ctr"/>
          <a:lstStyle>
            <a:lvl1pPr>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eaLnBrk="1" hangingPunct="1">
              <a:spcBef>
                <a:spcPct val="0"/>
              </a:spcBef>
            </a:pPr>
            <a:endParaRPr lang="en-US" altLang="en-US" sz="2400"/>
          </a:p>
        </p:txBody>
      </p:sp>
      <p:sp>
        <p:nvSpPr>
          <p:cNvPr id="19460" name="Rectangle 3"/>
          <p:cNvSpPr>
            <a:spLocks noChangeArrowheads="1"/>
          </p:cNvSpPr>
          <p:nvPr/>
        </p:nvSpPr>
        <p:spPr bwMode="auto">
          <a:xfrm>
            <a:off x="3979757" y="8791928"/>
            <a:ext cx="3043343" cy="517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19442" tIns="0" rIns="19442" bIns="0" anchor="b"/>
          <a:lstStyle>
            <a:lvl1pPr>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lgn="r">
              <a:spcBef>
                <a:spcPct val="0"/>
              </a:spcBef>
            </a:pPr>
            <a:r>
              <a:rPr lang="en-US" altLang="en-US" sz="1000" i="1"/>
              <a:t>23</a:t>
            </a:r>
          </a:p>
        </p:txBody>
      </p:sp>
      <p:sp>
        <p:nvSpPr>
          <p:cNvPr id="19461" name="Rectangle 4"/>
          <p:cNvSpPr>
            <a:spLocks noChangeArrowheads="1"/>
          </p:cNvSpPr>
          <p:nvPr/>
        </p:nvSpPr>
        <p:spPr bwMode="auto">
          <a:xfrm>
            <a:off x="0" y="8791928"/>
            <a:ext cx="3043343" cy="517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3324" tIns="46662" rIns="93324" bIns="46662" anchor="ctr"/>
          <a:lstStyle>
            <a:lvl1pPr>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eaLnBrk="1" hangingPunct="1">
              <a:spcBef>
                <a:spcPct val="0"/>
              </a:spcBef>
            </a:pPr>
            <a:endParaRPr lang="en-US" altLang="en-US" sz="2400"/>
          </a:p>
        </p:txBody>
      </p:sp>
      <p:sp>
        <p:nvSpPr>
          <p:cNvPr id="19462" name="Rectangle 5"/>
          <p:cNvSpPr>
            <a:spLocks noChangeArrowheads="1"/>
          </p:cNvSpPr>
          <p:nvPr/>
        </p:nvSpPr>
        <p:spPr bwMode="auto">
          <a:xfrm>
            <a:off x="0" y="0"/>
            <a:ext cx="3043343" cy="413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3324" tIns="46662" rIns="93324" bIns="46662" anchor="ctr"/>
          <a:lstStyle>
            <a:lvl1pPr>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eaLnBrk="1" hangingPunct="1">
              <a:spcBef>
                <a:spcPct val="0"/>
              </a:spcBef>
            </a:pPr>
            <a:endParaRPr lang="en-US" altLang="en-US" sz="2400"/>
          </a:p>
        </p:txBody>
      </p:sp>
      <p:sp>
        <p:nvSpPr>
          <p:cNvPr id="19463" name="Rectangle 6"/>
          <p:cNvSpPr>
            <a:spLocks noGrp="1" noRot="1" noChangeAspect="1" noChangeArrowheads="1" noTextEdit="1"/>
          </p:cNvSpPr>
          <p:nvPr>
            <p:ph type="sldImg"/>
          </p:nvPr>
        </p:nvSpPr>
        <p:spPr>
          <a:ln w="12700" cap="flat">
            <a:solidFill>
              <a:schemeClr val="tx1"/>
            </a:solidFill>
          </a:ln>
        </p:spPr>
      </p:sp>
      <p:sp>
        <p:nvSpPr>
          <p:cNvPr id="19464" name="Rectangle 7"/>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352" tIns="45366" rIns="92352" bIns="45366"/>
          <a:lstStyle/>
          <a:p>
            <a:endParaRPr lang="en-US" altLang="en-US" dirty="0">
              <a:ea typeface="ＭＳ Ｐゴシック" panose="020B0600070205080204" pitchFamily="34" charset="-128"/>
            </a:endParaRPr>
          </a:p>
        </p:txBody>
      </p:sp>
    </p:spTree>
    <p:extLst>
      <p:ext uri="{BB962C8B-B14F-4D97-AF65-F5344CB8AC3E}">
        <p14:creationId xmlns:p14="http://schemas.microsoft.com/office/powerpoint/2010/main" val="156666177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heavener">
    <p:bg>
      <p:bgPr>
        <a:blipFill dpi="0" rotWithShape="1">
          <a:blip r:embed="rId2">
            <a:lum/>
          </a:blip>
          <a:srcRect/>
          <a:stretch>
            <a:fillRect t="-6000" b="-6000"/>
          </a:stretch>
        </a:blipFill>
        <a:effectLst/>
      </p:bgPr>
    </p:bg>
    <p:spTree>
      <p:nvGrpSpPr>
        <p:cNvPr id="1" name=""/>
        <p:cNvGrpSpPr/>
        <p:nvPr/>
      </p:nvGrpSpPr>
      <p:grpSpPr>
        <a:xfrm>
          <a:off x="0" y="0"/>
          <a:ext cx="0" cy="0"/>
          <a:chOff x="0" y="0"/>
          <a:chExt cx="0" cy="0"/>
        </a:xfrm>
      </p:grpSpPr>
      <p:sp>
        <p:nvSpPr>
          <p:cNvPr id="14" name="Text Placeholder 13"/>
          <p:cNvSpPr>
            <a:spLocks noGrp="1"/>
          </p:cNvSpPr>
          <p:nvPr>
            <p:ph type="body" sz="quarter" idx="10" hasCustomPrompt="1"/>
          </p:nvPr>
        </p:nvSpPr>
        <p:spPr>
          <a:xfrm>
            <a:off x="183015" y="941917"/>
            <a:ext cx="11395075" cy="2438400"/>
          </a:xfrm>
          <a:prstGeom prst="rect">
            <a:avLst/>
          </a:prstGeom>
        </p:spPr>
        <p:txBody>
          <a:bodyPr anchor="ctr" anchorCtr="0"/>
          <a:lstStyle>
            <a:lvl1pPr marL="0" indent="0" algn="l">
              <a:buNone/>
              <a:defRPr sz="8000" b="0" baseline="0">
                <a:solidFill>
                  <a:schemeClr val="bg1"/>
                </a:solidFill>
                <a:latin typeface="Verdana" panose="020B0604030504040204" pitchFamily="34" charset="0"/>
                <a:ea typeface="Verdana" panose="020B0604030504040204" pitchFamily="34" charset="0"/>
                <a:cs typeface="Verdana" panose="020B0604030504040204" pitchFamily="34" charset="0"/>
              </a:defRPr>
            </a:lvl1pPr>
            <a:lvl2pPr marL="692116" indent="0">
              <a:buNone/>
              <a:defRPr>
                <a:latin typeface="Century Gothic" panose="020B0502020202020204" pitchFamily="34" charset="0"/>
              </a:defRPr>
            </a:lvl2pPr>
          </a:lstStyle>
          <a:p>
            <a:pPr lvl="0"/>
            <a:r>
              <a:rPr lang="en-US" dirty="0"/>
              <a:t>Course Title</a:t>
            </a:r>
          </a:p>
        </p:txBody>
      </p:sp>
      <p:cxnSp>
        <p:nvCxnSpPr>
          <p:cNvPr id="10" name="Straight Connector 5"/>
          <p:cNvCxnSpPr>
            <a:cxnSpLocks noChangeShapeType="1"/>
          </p:cNvCxnSpPr>
          <p:nvPr/>
        </p:nvCxnSpPr>
        <p:spPr bwMode="auto">
          <a:xfrm flipV="1">
            <a:off x="365143" y="2806460"/>
            <a:ext cx="10883703" cy="23005"/>
          </a:xfrm>
          <a:prstGeom prst="line">
            <a:avLst/>
          </a:prstGeom>
          <a:noFill/>
          <a:ln w="19050" algn="ctr">
            <a:solidFill>
              <a:srgbClr val="F14E22"/>
            </a:solidFill>
            <a:round/>
            <a:headEnd/>
            <a:tailEnd/>
          </a:ln>
          <a:extLst>
            <a:ext uri="{909E8E84-426E-40DD-AFC4-6F175D3DCCD1}">
              <a14:hiddenFill xmlns:a14="http://schemas.microsoft.com/office/drawing/2010/main">
                <a:noFill/>
              </a14:hiddenFill>
            </a:ext>
          </a:extLst>
        </p:spPr>
      </p:cxnSp>
      <p:sp>
        <p:nvSpPr>
          <p:cNvPr id="13" name="AutoShape 2"/>
          <p:cNvSpPr>
            <a:spLocks/>
          </p:cNvSpPr>
          <p:nvPr/>
        </p:nvSpPr>
        <p:spPr bwMode="auto">
          <a:xfrm>
            <a:off x="3901971" y="5136626"/>
            <a:ext cx="6782655" cy="526809"/>
          </a:xfrm>
          <a:custGeom>
            <a:avLst/>
            <a:gdLst>
              <a:gd name="T0" fmla="*/ 2147483646 w 21600"/>
              <a:gd name="T1" fmla="*/ 2147483646 h 21600"/>
              <a:gd name="T2" fmla="*/ 2147483646 w 21600"/>
              <a:gd name="T3" fmla="*/ 2147483646 h 21600"/>
              <a:gd name="T4" fmla="*/ 2147483646 w 21600"/>
              <a:gd name="T5" fmla="*/ 2147483646 h 21600"/>
              <a:gd name="T6" fmla="*/ 2147483646 w 21600"/>
              <a:gd name="T7" fmla="*/ 2147483646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0"/>
                </a:moveTo>
                <a:lnTo>
                  <a:pt x="21600" y="0"/>
                </a:lnTo>
                <a:lnTo>
                  <a:pt x="21600" y="21600"/>
                </a:lnTo>
                <a:lnTo>
                  <a:pt x="0" y="21600"/>
                </a:lnTo>
                <a:lnTo>
                  <a:pt x="0" y="0"/>
                </a:lnTo>
                <a:close/>
              </a:path>
            </a:pathLst>
          </a:custGeom>
          <a:noFill/>
          <a:ln>
            <a:noFill/>
          </a:ln>
          <a:extLst>
            <a:ext uri="{91240B29-F687-4F45-9708-019B960494DF}">
              <a14:hiddenLine xmlns:a14="http://schemas.microsoft.com/office/drawing/2010/main" w="12700" cap="flat" cmpd="sng">
                <a:solidFill>
                  <a:srgbClr val="000000"/>
                </a:solidFill>
                <a:prstDash val="solid"/>
                <a:miter lim="0"/>
                <a:headEnd/>
                <a:tailEnd/>
              </a14:hiddenLine>
            </a:ext>
          </a:extLst>
        </p:spPr>
        <p:txBody>
          <a:bodyPr lIns="121920" tIns="0" rIns="121920" bIns="0" anchor="ctr"/>
          <a:lstStyle/>
          <a:p>
            <a:pPr algn="l" eaLnBrk="1" hangingPunct="1">
              <a:spcBef>
                <a:spcPts val="151"/>
              </a:spcBef>
              <a:defRPr/>
            </a:pPr>
            <a:r>
              <a:rPr lang="en-US" sz="2667" b="0" baseline="0" dirty="0">
                <a:solidFill>
                  <a:srgbClr val="FFFFFF"/>
                </a:solidFill>
                <a:latin typeface="Verdana" panose="020B0604030504040204" pitchFamily="34" charset="0"/>
                <a:ea typeface="Verdana" panose="020B0604030504040204" pitchFamily="34" charset="0"/>
                <a:cs typeface="Verdana" panose="020B0604030504040204" pitchFamily="34" charset="0"/>
                <a:sym typeface="Helvetica" charset="0"/>
              </a:rPr>
              <a:t>Dr. Richard Lutz</a:t>
            </a:r>
            <a:endParaRPr lang="en-US" sz="2000" dirty="0">
              <a:solidFill>
                <a:srgbClr val="FFFFFF"/>
              </a:solidFill>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2478066324"/>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558800" y="1092201"/>
            <a:ext cx="11348720" cy="4741441"/>
          </a:xfrm>
          <a:prstGeom prst="rect">
            <a:avLst/>
          </a:prstGeom>
        </p:spPr>
        <p:txBody>
          <a:bodyPr/>
          <a:lstStyle>
            <a:lvl1pPr marL="340775" indent="-340775">
              <a:spcAft>
                <a:spcPts val="800"/>
              </a:spcAft>
              <a:buClr>
                <a:srgbClr val="F14E22"/>
              </a:buClr>
              <a:buSzPct val="85000"/>
              <a:buFont typeface="Wingdings" panose="05000000000000000000" pitchFamily="2" charset="2"/>
              <a:buChar char="§"/>
              <a:defRPr>
                <a:solidFill>
                  <a:srgbClr val="212659"/>
                </a:solidFill>
                <a:latin typeface="Verdana" panose="020B0604030504040204" pitchFamily="34" charset="0"/>
                <a:ea typeface="Verdana" panose="020B0604030504040204" pitchFamily="34" charset="0"/>
                <a:cs typeface="Verdana" panose="020B0604030504040204" pitchFamily="34" charset="0"/>
              </a:defRPr>
            </a:lvl1pPr>
            <a:lvl2pPr marL="690016" indent="-311143">
              <a:spcAft>
                <a:spcPts val="800"/>
              </a:spcAft>
              <a:buClr>
                <a:srgbClr val="F14E22"/>
              </a:buClr>
              <a:buSzPct val="90000"/>
              <a:buFont typeface="Arial" panose="020B0604020202020204" pitchFamily="34" charset="0"/>
              <a:buChar char="•"/>
              <a:defRPr>
                <a:solidFill>
                  <a:srgbClr val="212659"/>
                </a:solidFill>
                <a:latin typeface="Verdana" panose="020B0604030504040204" pitchFamily="34" charset="0"/>
                <a:ea typeface="Verdana" panose="020B0604030504040204" pitchFamily="34" charset="0"/>
                <a:cs typeface="Verdana" panose="020B0604030504040204" pitchFamily="34" charset="0"/>
              </a:defRPr>
            </a:lvl2pPr>
            <a:lvl3pPr marL="1068891" indent="-378875">
              <a:spcAft>
                <a:spcPts val="800"/>
              </a:spcAft>
              <a:buClr>
                <a:srgbClr val="F14E22"/>
              </a:buClr>
              <a:buSzPct val="85000"/>
              <a:buFont typeface="Verdana" panose="020B0604030504040204" pitchFamily="34" charset="0"/>
              <a:buChar char="–"/>
              <a:defRPr>
                <a:solidFill>
                  <a:srgbClr val="212659"/>
                </a:solidFill>
                <a:latin typeface="Verdana" panose="020B0604030504040204" pitchFamily="34" charset="0"/>
                <a:ea typeface="Verdana" panose="020B0604030504040204" pitchFamily="34" charset="0"/>
                <a:cs typeface="Verdana" panose="020B0604030504040204" pitchFamily="34" charset="0"/>
              </a:defRPr>
            </a:lvl3pPr>
            <a:lvl4pPr>
              <a:buClr>
                <a:srgbClr val="F14E22"/>
              </a:buClr>
              <a:buSzPct val="85000"/>
              <a:defRPr>
                <a:solidFill>
                  <a:srgbClr val="212659"/>
                </a:solidFill>
                <a:latin typeface="Verdana" panose="020B0604030504040204" pitchFamily="34" charset="0"/>
                <a:ea typeface="Verdana" panose="020B0604030504040204" pitchFamily="34" charset="0"/>
                <a:cs typeface="Verdana" panose="020B0604030504040204" pitchFamily="34" charset="0"/>
              </a:defRPr>
            </a:lvl4pPr>
            <a:lvl5pPr>
              <a:buClr>
                <a:srgbClr val="F14E22"/>
              </a:buClr>
              <a:buSzPct val="85000"/>
              <a:defRPr>
                <a:solidFill>
                  <a:srgbClr val="212659"/>
                </a:solidFill>
                <a:latin typeface="Verdana" panose="020B0604030504040204" pitchFamily="34" charset="0"/>
                <a:ea typeface="Verdana" panose="020B0604030504040204" pitchFamily="34" charset="0"/>
                <a:cs typeface="Verdana" panose="020B0604030504040204" pitchFamily="34" charset="0"/>
              </a:defRPr>
            </a:lvl5pPr>
          </a:lstStyle>
          <a:p>
            <a:pPr lvl="0"/>
            <a:r>
              <a:rPr lang="en-US"/>
              <a:t>Click to edit Master text styles</a:t>
            </a:r>
          </a:p>
          <a:p>
            <a:pPr lvl="1"/>
            <a:r>
              <a:rPr lang="en-US"/>
              <a:t>Second level</a:t>
            </a:r>
          </a:p>
          <a:p>
            <a:pPr lvl="2"/>
            <a:r>
              <a:rPr lang="en-US"/>
              <a:t>Third level</a:t>
            </a:r>
          </a:p>
        </p:txBody>
      </p:sp>
      <p:sp>
        <p:nvSpPr>
          <p:cNvPr id="2" name="Title 1"/>
          <p:cNvSpPr>
            <a:spLocks noGrp="1"/>
          </p:cNvSpPr>
          <p:nvPr>
            <p:ph type="title"/>
          </p:nvPr>
        </p:nvSpPr>
        <p:spPr>
          <a:xfrm>
            <a:off x="558800" y="73660"/>
            <a:ext cx="11348720" cy="762000"/>
          </a:xfrm>
          <a:prstGeom prst="rect">
            <a:avLst/>
          </a:prstGeom>
          <a:noFill/>
          <a:ln>
            <a:noFill/>
          </a:ln>
        </p:spPr>
        <p:txBody>
          <a:bodyPr/>
          <a:lstStyle>
            <a:lvl1pPr algn="l">
              <a:defRPr sz="4800" b="1">
                <a:solidFill>
                  <a:srgbClr val="212659"/>
                </a:solidFill>
                <a:latin typeface="Verdana" panose="020B0604030504040204" pitchFamily="34" charset="0"/>
                <a:ea typeface="Verdana" panose="020B0604030504040204" pitchFamily="34" charset="0"/>
                <a:cs typeface="Verdana" panose="020B0604030504040204"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435364203"/>
      </p:ext>
    </p:extLst>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last slide">
    <p:bg>
      <p:bgPr>
        <a:blipFill dpi="0" rotWithShape="1">
          <a:blip r:embed="rId2">
            <a:lum/>
          </a:blip>
          <a:srcRect/>
          <a:stretch>
            <a:fillRect t="-6000" b="-6000"/>
          </a:stretch>
        </a:blipFill>
        <a:effectLst/>
      </p:bgPr>
    </p:bg>
    <p:spTree>
      <p:nvGrpSpPr>
        <p:cNvPr id="1" name=""/>
        <p:cNvGrpSpPr/>
        <p:nvPr/>
      </p:nvGrpSpPr>
      <p:grpSpPr>
        <a:xfrm>
          <a:off x="0" y="0"/>
          <a:ext cx="0" cy="0"/>
          <a:chOff x="0" y="0"/>
          <a:chExt cx="0" cy="0"/>
        </a:xfrm>
      </p:grpSpPr>
      <p:sp>
        <p:nvSpPr>
          <p:cNvPr id="4" name="AutoShape 6"/>
          <p:cNvSpPr>
            <a:spLocks/>
          </p:cNvSpPr>
          <p:nvPr/>
        </p:nvSpPr>
        <p:spPr bwMode="auto">
          <a:xfrm>
            <a:off x="711200" y="1752600"/>
            <a:ext cx="3879851" cy="62653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600" y="0"/>
                </a:lnTo>
                <a:lnTo>
                  <a:pt x="21600" y="21600"/>
                </a:lnTo>
                <a:lnTo>
                  <a:pt x="0" y="21600"/>
                </a:lnTo>
                <a:close/>
              </a:path>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35719" tIns="35719" rIns="35719" bIns="35719" anchor="ctr"/>
          <a:lstStyle/>
          <a:p>
            <a:pPr eaLnBrk="1" hangingPunct="1">
              <a:defRPr/>
            </a:pPr>
            <a:r>
              <a:rPr lang="en-US" sz="3600" kern="0" spc="151" dirty="0">
                <a:solidFill>
                  <a:srgbClr val="FFFFFF"/>
                </a:solidFill>
                <a:latin typeface="Verdana" panose="020B0604030504040204" pitchFamily="34" charset="0"/>
                <a:ea typeface="Verdana" panose="020B0604030504040204" pitchFamily="34" charset="0"/>
                <a:cs typeface="Verdana" panose="020B0604030504040204" pitchFamily="34" charset="0"/>
                <a:sym typeface="Helvetica" charset="0"/>
              </a:rPr>
              <a:t>End of Lecture</a:t>
            </a:r>
            <a:endParaRPr lang="en-US" sz="2667" kern="0" spc="151" dirty="0">
              <a:solidFill>
                <a:srgbClr val="FFFFFF"/>
              </a:solidFill>
              <a:latin typeface="Verdana" panose="020B0604030504040204" pitchFamily="34" charset="0"/>
              <a:ea typeface="Verdana" panose="020B0604030504040204" pitchFamily="34" charset="0"/>
              <a:cs typeface="Verdana" panose="020B0604030504040204" pitchFamily="34" charset="0"/>
            </a:endParaRPr>
          </a:p>
        </p:txBody>
      </p:sp>
      <p:cxnSp>
        <p:nvCxnSpPr>
          <p:cNvPr id="5" name="Straight Connector 5"/>
          <p:cNvCxnSpPr>
            <a:cxnSpLocks noChangeShapeType="1"/>
          </p:cNvCxnSpPr>
          <p:nvPr/>
        </p:nvCxnSpPr>
        <p:spPr bwMode="auto">
          <a:xfrm>
            <a:off x="698501" y="2362200"/>
            <a:ext cx="10045700" cy="16933"/>
          </a:xfrm>
          <a:prstGeom prst="line">
            <a:avLst/>
          </a:prstGeom>
          <a:noFill/>
          <a:ln w="19050" algn="ctr">
            <a:solidFill>
              <a:srgbClr val="F14E22"/>
            </a:solidFill>
            <a:round/>
            <a:headEnd/>
            <a:tailEnd/>
          </a:ln>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2551901234"/>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5279C939-63FD-48A6-971E-0A35A13341A5}" type="datetimeFigureOut">
              <a:rPr lang="en-US" smtClean="0"/>
              <a:t>9/19/2025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592EAFA-BAB7-40D8-BCC8-AFAA063B83FB}" type="slidenum">
              <a:rPr lang="en-US" smtClean="0"/>
              <a:t>‹#›</a:t>
            </a:fld>
            <a:endParaRPr lang="en-US"/>
          </a:p>
        </p:txBody>
      </p:sp>
    </p:spTree>
    <p:extLst>
      <p:ext uri="{BB962C8B-B14F-4D97-AF65-F5344CB8AC3E}">
        <p14:creationId xmlns:p14="http://schemas.microsoft.com/office/powerpoint/2010/main" val="388280532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jpe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70FFC672-E52B-0B4E-A8D1-8081025FDBAE}"/>
              </a:ext>
            </a:extLst>
          </p:cNvPr>
          <p:cNvPicPr>
            <a:picLocks noChangeAspect="1"/>
          </p:cNvPicPr>
          <p:nvPr userDrawn="1"/>
        </p:nvPicPr>
        <p:blipFill rotWithShape="1">
          <a:blip r:embed="rId6" cstate="print">
            <a:extLst>
              <a:ext uri="{28A0092B-C50C-407E-A947-70E740481C1C}">
                <a14:useLocalDpi xmlns:a14="http://schemas.microsoft.com/office/drawing/2010/main"/>
              </a:ext>
            </a:extLst>
          </a:blip>
          <a:srcRect/>
          <a:stretch/>
        </p:blipFill>
        <p:spPr>
          <a:xfrm>
            <a:off x="3833" y="6317673"/>
            <a:ext cx="12192000" cy="540327"/>
          </a:xfrm>
          <a:prstGeom prst="rect">
            <a:avLst/>
          </a:prstGeom>
        </p:spPr>
      </p:pic>
      <p:cxnSp>
        <p:nvCxnSpPr>
          <p:cNvPr id="11" name="Straight Connector 10">
            <a:extLst>
              <a:ext uri="{FF2B5EF4-FFF2-40B4-BE49-F238E27FC236}">
                <a16:creationId xmlns:a16="http://schemas.microsoft.com/office/drawing/2014/main" id="{89ABD859-2A3D-6141-A78B-AA5BC9B1CBEF}"/>
              </a:ext>
            </a:extLst>
          </p:cNvPr>
          <p:cNvCxnSpPr>
            <a:cxnSpLocks/>
          </p:cNvCxnSpPr>
          <p:nvPr userDrawn="1"/>
        </p:nvCxnSpPr>
        <p:spPr>
          <a:xfrm>
            <a:off x="0" y="6317673"/>
            <a:ext cx="12192000" cy="0"/>
          </a:xfrm>
          <a:prstGeom prst="line">
            <a:avLst/>
          </a:prstGeom>
          <a:ln w="38100">
            <a:solidFill>
              <a:srgbClr val="FF4A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1826961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Lst>
  <p:transition>
    <p:fade/>
  </p:transition>
  <p:hf hdr="0" ftr="0" dt="0"/>
  <p:txStyles>
    <p:titleStyle>
      <a:lvl1pPr algn="ctr" rtl="0" eaLnBrk="1" fontAlgn="base" hangingPunct="1">
        <a:spcBef>
          <a:spcPct val="0"/>
        </a:spcBef>
        <a:spcAft>
          <a:spcPct val="0"/>
        </a:spcAft>
        <a:defRPr sz="3867">
          <a:solidFill>
            <a:schemeClr val="bg1"/>
          </a:solidFill>
          <a:latin typeface="+mj-lt"/>
          <a:ea typeface="ＭＳ Ｐゴシック" panose="020B0600070205080204" pitchFamily="34" charset="-128"/>
          <a:cs typeface="ＭＳ Ｐゴシック" charset="0"/>
        </a:defRPr>
      </a:lvl1pPr>
      <a:lvl2pPr algn="ctr" rtl="0" eaLnBrk="1" fontAlgn="base" hangingPunct="1">
        <a:spcBef>
          <a:spcPct val="0"/>
        </a:spcBef>
        <a:spcAft>
          <a:spcPct val="0"/>
        </a:spcAft>
        <a:defRPr sz="3867">
          <a:solidFill>
            <a:schemeClr val="bg1"/>
          </a:solidFill>
          <a:latin typeface="Century Gothic" panose="020B0502020202020204" pitchFamily="34" charset="0"/>
          <a:ea typeface="ＭＳ Ｐゴシック" panose="020B0600070205080204" pitchFamily="34" charset="-128"/>
          <a:cs typeface="ＭＳ Ｐゴシック" charset="0"/>
        </a:defRPr>
      </a:lvl2pPr>
      <a:lvl3pPr algn="ctr" rtl="0" eaLnBrk="1" fontAlgn="base" hangingPunct="1">
        <a:spcBef>
          <a:spcPct val="0"/>
        </a:spcBef>
        <a:spcAft>
          <a:spcPct val="0"/>
        </a:spcAft>
        <a:defRPr sz="3867">
          <a:solidFill>
            <a:schemeClr val="bg1"/>
          </a:solidFill>
          <a:latin typeface="Century Gothic" panose="020B0502020202020204" pitchFamily="34" charset="0"/>
          <a:ea typeface="ＭＳ Ｐゴシック" panose="020B0600070205080204" pitchFamily="34" charset="-128"/>
          <a:cs typeface="ＭＳ Ｐゴシック" charset="0"/>
        </a:defRPr>
      </a:lvl3pPr>
      <a:lvl4pPr algn="ctr" rtl="0" eaLnBrk="1" fontAlgn="base" hangingPunct="1">
        <a:spcBef>
          <a:spcPct val="0"/>
        </a:spcBef>
        <a:spcAft>
          <a:spcPct val="0"/>
        </a:spcAft>
        <a:defRPr sz="3867">
          <a:solidFill>
            <a:schemeClr val="bg1"/>
          </a:solidFill>
          <a:latin typeface="Century Gothic" panose="020B0502020202020204" pitchFamily="34" charset="0"/>
          <a:ea typeface="ＭＳ Ｐゴシック" panose="020B0600070205080204" pitchFamily="34" charset="-128"/>
          <a:cs typeface="ＭＳ Ｐゴシック" charset="0"/>
        </a:defRPr>
      </a:lvl4pPr>
      <a:lvl5pPr algn="ctr" rtl="0" eaLnBrk="1" fontAlgn="base" hangingPunct="1">
        <a:spcBef>
          <a:spcPct val="0"/>
        </a:spcBef>
        <a:spcAft>
          <a:spcPct val="0"/>
        </a:spcAft>
        <a:defRPr sz="3867">
          <a:solidFill>
            <a:schemeClr val="bg1"/>
          </a:solidFill>
          <a:latin typeface="Century Gothic" panose="020B0502020202020204" pitchFamily="34" charset="0"/>
          <a:ea typeface="ＭＳ Ｐゴシック" panose="020B0600070205080204" pitchFamily="34" charset="-128"/>
          <a:cs typeface="ＭＳ Ｐゴシック" charset="0"/>
        </a:defRPr>
      </a:lvl5pPr>
      <a:lvl6pPr marL="457178" algn="ctr" rtl="0" eaLnBrk="1" fontAlgn="base" hangingPunct="1">
        <a:spcBef>
          <a:spcPct val="0"/>
        </a:spcBef>
        <a:spcAft>
          <a:spcPct val="0"/>
        </a:spcAft>
        <a:defRPr sz="3900">
          <a:solidFill>
            <a:schemeClr val="tx2"/>
          </a:solidFill>
          <a:latin typeface="Arial" charset="0"/>
        </a:defRPr>
      </a:lvl6pPr>
      <a:lvl7pPr marL="914354" algn="ctr" rtl="0" eaLnBrk="1" fontAlgn="base" hangingPunct="1">
        <a:spcBef>
          <a:spcPct val="0"/>
        </a:spcBef>
        <a:spcAft>
          <a:spcPct val="0"/>
        </a:spcAft>
        <a:defRPr sz="3900">
          <a:solidFill>
            <a:schemeClr val="tx2"/>
          </a:solidFill>
          <a:latin typeface="Arial" charset="0"/>
        </a:defRPr>
      </a:lvl7pPr>
      <a:lvl8pPr marL="1371532" algn="ctr" rtl="0" eaLnBrk="1" fontAlgn="base" hangingPunct="1">
        <a:spcBef>
          <a:spcPct val="0"/>
        </a:spcBef>
        <a:spcAft>
          <a:spcPct val="0"/>
        </a:spcAft>
        <a:defRPr sz="3900">
          <a:solidFill>
            <a:schemeClr val="tx2"/>
          </a:solidFill>
          <a:latin typeface="Arial" charset="0"/>
        </a:defRPr>
      </a:lvl8pPr>
      <a:lvl9pPr marL="1828709" algn="ctr" rtl="0" eaLnBrk="1" fontAlgn="base" hangingPunct="1">
        <a:spcBef>
          <a:spcPct val="0"/>
        </a:spcBef>
        <a:spcAft>
          <a:spcPct val="0"/>
        </a:spcAft>
        <a:defRPr sz="3900">
          <a:solidFill>
            <a:schemeClr val="tx2"/>
          </a:solidFill>
          <a:latin typeface="Arial" charset="0"/>
        </a:defRPr>
      </a:lvl9pPr>
    </p:titleStyle>
    <p:bodyStyle>
      <a:lvl1pPr marL="340775" indent="-340775" algn="l" rtl="0" eaLnBrk="1" fontAlgn="base" hangingPunct="1">
        <a:spcBef>
          <a:spcPct val="0"/>
        </a:spcBef>
        <a:spcAft>
          <a:spcPct val="0"/>
        </a:spcAft>
        <a:buClr>
          <a:srgbClr val="164F86"/>
        </a:buClr>
        <a:buFont typeface="Wingdings" panose="05000000000000000000" pitchFamily="2" charset="2"/>
        <a:buChar char="n"/>
        <a:tabLst>
          <a:tab pos="690016" algn="l"/>
          <a:tab pos="1485863" algn="l"/>
          <a:tab pos="3998284" algn="l"/>
        </a:tabLst>
        <a:defRPr sz="3867">
          <a:solidFill>
            <a:srgbClr val="164F86"/>
          </a:solidFill>
          <a:latin typeface="+mn-lt"/>
          <a:ea typeface="ＭＳ Ｐゴシック" panose="020B0600070205080204" pitchFamily="34" charset="-128"/>
          <a:cs typeface="ＭＳ Ｐゴシック" charset="0"/>
        </a:defRPr>
      </a:lvl1pPr>
      <a:lvl2pPr marL="855112" indent="-162980" algn="l" rtl="0" eaLnBrk="1" fontAlgn="base" hangingPunct="1">
        <a:spcBef>
          <a:spcPct val="0"/>
        </a:spcBef>
        <a:spcAft>
          <a:spcPct val="0"/>
        </a:spcAft>
        <a:buClr>
          <a:srgbClr val="164F86"/>
        </a:buClr>
        <a:buFont typeface="Wingdings" panose="05000000000000000000" pitchFamily="2" charset="2"/>
        <a:buChar char="l"/>
        <a:tabLst>
          <a:tab pos="690016" algn="l"/>
          <a:tab pos="1485863" algn="l"/>
          <a:tab pos="3998284" algn="l"/>
        </a:tabLst>
        <a:defRPr sz="3867">
          <a:solidFill>
            <a:srgbClr val="164F86"/>
          </a:solidFill>
          <a:latin typeface="+mn-lt"/>
          <a:ea typeface="ＭＳ Ｐゴシック" panose="020B0600070205080204" pitchFamily="34" charset="-128"/>
        </a:defRPr>
      </a:lvl2pPr>
      <a:lvl3pPr marL="1712341" indent="-797964" algn="l" rtl="0" eaLnBrk="1" fontAlgn="base" hangingPunct="1">
        <a:spcBef>
          <a:spcPct val="0"/>
        </a:spcBef>
        <a:spcAft>
          <a:spcPct val="0"/>
        </a:spcAft>
        <a:buClr>
          <a:srgbClr val="FF9966"/>
        </a:buClr>
        <a:buFont typeface="Wingdings 3" panose="05040102010807070707" pitchFamily="18" charset="2"/>
        <a:buChar char=""/>
        <a:tabLst>
          <a:tab pos="690016" algn="l"/>
          <a:tab pos="1485863" algn="l"/>
          <a:tab pos="3998284" algn="l"/>
        </a:tabLst>
        <a:defRPr sz="3867">
          <a:solidFill>
            <a:schemeClr val="tx1"/>
          </a:solidFill>
          <a:latin typeface="+mn-lt"/>
          <a:ea typeface="ＭＳ Ｐゴシック" panose="020B0600070205080204" pitchFamily="34" charset="-128"/>
        </a:defRPr>
      </a:lvl3pPr>
      <a:lvl4pPr marL="2516654" indent="-55032" algn="l" rtl="0" eaLnBrk="1" fontAlgn="base" hangingPunct="1">
        <a:spcBef>
          <a:spcPct val="0"/>
        </a:spcBef>
        <a:spcAft>
          <a:spcPct val="0"/>
        </a:spcAft>
        <a:buClr>
          <a:srgbClr val="FF9966"/>
        </a:buClr>
        <a:buFont typeface="Wingdings 3" panose="05040102010807070707" pitchFamily="18" charset="2"/>
        <a:buChar char=""/>
        <a:tabLst>
          <a:tab pos="690016" algn="l"/>
          <a:tab pos="1485863" algn="l"/>
          <a:tab pos="3998284" algn="l"/>
        </a:tabLst>
        <a:defRPr sz="3867">
          <a:solidFill>
            <a:schemeClr val="tx1"/>
          </a:solidFill>
          <a:latin typeface="+mn-lt"/>
          <a:ea typeface="ＭＳ Ｐゴシック" panose="020B0600070205080204" pitchFamily="34" charset="-128"/>
        </a:defRPr>
      </a:lvl4pPr>
      <a:lvl5pPr marL="3373882" indent="-55032" algn="l" rtl="0" eaLnBrk="1" fontAlgn="base" hangingPunct="1">
        <a:spcBef>
          <a:spcPct val="0"/>
        </a:spcBef>
        <a:spcAft>
          <a:spcPct val="0"/>
        </a:spcAft>
        <a:buClr>
          <a:srgbClr val="FF9966"/>
        </a:buClr>
        <a:buFont typeface="Wingdings 3" panose="05040102010807070707" pitchFamily="18" charset="2"/>
        <a:buChar char=""/>
        <a:tabLst>
          <a:tab pos="690016" algn="l"/>
          <a:tab pos="1485863" algn="l"/>
          <a:tab pos="3998284" algn="l"/>
        </a:tabLst>
        <a:defRPr sz="3867">
          <a:solidFill>
            <a:schemeClr val="tx1"/>
          </a:solidFill>
          <a:latin typeface="+mn-lt"/>
          <a:ea typeface="ＭＳ Ｐゴシック" panose="020B0600070205080204" pitchFamily="34" charset="-128"/>
        </a:defRPr>
      </a:lvl5pPr>
      <a:lvl6pPr marL="3832035" indent="-55560" algn="l" rtl="0" eaLnBrk="1" fontAlgn="base" hangingPunct="1">
        <a:spcBef>
          <a:spcPct val="0"/>
        </a:spcBef>
        <a:spcAft>
          <a:spcPct val="0"/>
        </a:spcAft>
        <a:buClr>
          <a:srgbClr val="FF9966"/>
        </a:buClr>
        <a:buFont typeface="Wingdings 3" pitchFamily="16" charset="2"/>
        <a:buChar char=""/>
        <a:tabLst>
          <a:tab pos="692116" algn="l"/>
          <a:tab pos="1487413" algn="l"/>
          <a:tab pos="4000300" algn="l"/>
        </a:tabLst>
        <a:defRPr sz="3900">
          <a:solidFill>
            <a:schemeClr val="tx1"/>
          </a:solidFill>
          <a:latin typeface="+mn-lt"/>
        </a:defRPr>
      </a:lvl6pPr>
      <a:lvl7pPr marL="4289211" indent="-55560" algn="l" rtl="0" eaLnBrk="1" fontAlgn="base" hangingPunct="1">
        <a:spcBef>
          <a:spcPct val="0"/>
        </a:spcBef>
        <a:spcAft>
          <a:spcPct val="0"/>
        </a:spcAft>
        <a:buClr>
          <a:srgbClr val="FF9966"/>
        </a:buClr>
        <a:buFont typeface="Wingdings 3" pitchFamily="16" charset="2"/>
        <a:buChar char=""/>
        <a:tabLst>
          <a:tab pos="692116" algn="l"/>
          <a:tab pos="1487413" algn="l"/>
          <a:tab pos="4000300" algn="l"/>
        </a:tabLst>
        <a:defRPr sz="3900">
          <a:solidFill>
            <a:schemeClr val="tx1"/>
          </a:solidFill>
          <a:latin typeface="+mn-lt"/>
        </a:defRPr>
      </a:lvl7pPr>
      <a:lvl8pPr marL="4746388" indent="-55560" algn="l" rtl="0" eaLnBrk="1" fontAlgn="base" hangingPunct="1">
        <a:spcBef>
          <a:spcPct val="0"/>
        </a:spcBef>
        <a:spcAft>
          <a:spcPct val="0"/>
        </a:spcAft>
        <a:buClr>
          <a:srgbClr val="FF9966"/>
        </a:buClr>
        <a:buFont typeface="Wingdings 3" pitchFamily="16" charset="2"/>
        <a:buChar char=""/>
        <a:tabLst>
          <a:tab pos="692116" algn="l"/>
          <a:tab pos="1487413" algn="l"/>
          <a:tab pos="4000300" algn="l"/>
        </a:tabLst>
        <a:defRPr sz="3900">
          <a:solidFill>
            <a:schemeClr val="tx1"/>
          </a:solidFill>
          <a:latin typeface="+mn-lt"/>
        </a:defRPr>
      </a:lvl8pPr>
      <a:lvl9pPr marL="5203565" indent="-55560" algn="l" rtl="0" eaLnBrk="1" fontAlgn="base" hangingPunct="1">
        <a:spcBef>
          <a:spcPct val="0"/>
        </a:spcBef>
        <a:spcAft>
          <a:spcPct val="0"/>
        </a:spcAft>
        <a:buClr>
          <a:srgbClr val="FF9966"/>
        </a:buClr>
        <a:buFont typeface="Wingdings 3" pitchFamily="16" charset="2"/>
        <a:buChar char=""/>
        <a:tabLst>
          <a:tab pos="692116" algn="l"/>
          <a:tab pos="1487413" algn="l"/>
          <a:tab pos="4000300" algn="l"/>
        </a:tabLst>
        <a:defRPr sz="3900">
          <a:solidFill>
            <a:schemeClr val="tx1"/>
          </a:solidFill>
          <a:latin typeface="+mn-lt"/>
        </a:defRPr>
      </a:lvl9pPr>
    </p:bodyStyle>
    <p:other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6.jpeg"/></Relationships>
</file>

<file path=ppt/slides/_rels/slide6.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1.jfif"/><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p:cNvSpPr>
            <a:spLocks noGrp="1"/>
          </p:cNvSpPr>
          <p:nvPr>
            <p:ph type="title" idx="4294967295"/>
          </p:nvPr>
        </p:nvSpPr>
        <p:spPr>
          <a:xfrm>
            <a:off x="252026" y="639992"/>
            <a:ext cx="11395075" cy="2438400"/>
          </a:xfrm>
          <a:prstGeom prst="rect">
            <a:avLst/>
          </a:prstGeom>
          <a:noFill/>
          <a:ln>
            <a:noFill/>
            <a:prst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base" latinLnBrk="0" hangingPunct="1">
              <a:lnSpc>
                <a:spcPct val="100000"/>
              </a:lnSpc>
              <a:spcBef>
                <a:spcPct val="0"/>
              </a:spcBef>
              <a:spcAft>
                <a:spcPct val="0"/>
              </a:spcAft>
              <a:buClr>
                <a:srgbClr val="164F86"/>
              </a:buClr>
              <a:buSzTx/>
              <a:buFont typeface="Wingdings" panose="05000000000000000000" pitchFamily="2" charset="2"/>
              <a:buNone/>
              <a:tabLst>
                <a:tab pos="690016" algn="l"/>
                <a:tab pos="1485863" algn="l"/>
                <a:tab pos="3998284" algn="l"/>
              </a:tabLst>
              <a:defRPr/>
            </a:pPr>
            <a:r>
              <a:rPr kumimoji="0" lang="en-US" sz="6600" b="0" i="0" u="none" strike="noStrike" kern="0" cap="none" spc="0" normalizeH="0" baseline="0" noProof="0" dirty="0">
                <a:ln>
                  <a:noFill/>
                </a:ln>
                <a:solidFill>
                  <a:schemeClr val="bg1"/>
                </a:solidFill>
                <a:effectLst/>
                <a:uLnTx/>
                <a:uFillTx/>
                <a:latin typeface="Verdana" panose="020B0604030504040204" pitchFamily="34" charset="0"/>
                <a:ea typeface="Verdana" panose="020B0604030504040204" pitchFamily="34" charset="0"/>
                <a:cs typeface="Verdana" panose="020B0604030504040204" pitchFamily="34" charset="0"/>
              </a:rPr>
              <a:t>Brand Response to COVID-19</a:t>
            </a:r>
          </a:p>
        </p:txBody>
      </p:sp>
    </p:spTree>
    <p:extLst>
      <p:ext uri="{BB962C8B-B14F-4D97-AF65-F5344CB8AC3E}">
        <p14:creationId xmlns:p14="http://schemas.microsoft.com/office/powerpoint/2010/main" val="42707476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Overview</a:t>
            </a:r>
            <a:endParaRPr lang="en-US" dirty="0"/>
          </a:p>
        </p:txBody>
      </p:sp>
      <p:sp>
        <p:nvSpPr>
          <p:cNvPr id="3" name="Content Placeholder 2"/>
          <p:cNvSpPr>
            <a:spLocks noGrp="1"/>
          </p:cNvSpPr>
          <p:nvPr>
            <p:ph idx="1"/>
          </p:nvPr>
        </p:nvSpPr>
        <p:spPr/>
        <p:txBody>
          <a:bodyPr/>
          <a:lstStyle/>
          <a:p>
            <a:pPr>
              <a:spcAft>
                <a:spcPts val="1800"/>
              </a:spcAft>
            </a:pPr>
            <a:r>
              <a:rPr lang="en-US" dirty="0"/>
              <a:t>Pandemic as an “external” brand crisis</a:t>
            </a:r>
          </a:p>
          <a:p>
            <a:pPr>
              <a:spcAft>
                <a:spcPts val="1800"/>
              </a:spcAft>
            </a:pPr>
            <a:r>
              <a:rPr lang="en-US" dirty="0"/>
              <a:t>Impact on consumer expectations for brands</a:t>
            </a:r>
          </a:p>
          <a:p>
            <a:pPr>
              <a:spcAft>
                <a:spcPts val="1800"/>
              </a:spcAft>
            </a:pPr>
            <a:r>
              <a:rPr lang="en-US" dirty="0"/>
              <a:t>Implications for positioning</a:t>
            </a:r>
          </a:p>
          <a:p>
            <a:pPr>
              <a:spcAft>
                <a:spcPts val="1800"/>
              </a:spcAft>
            </a:pPr>
            <a:r>
              <a:rPr lang="en-US" dirty="0"/>
              <a:t>Effective brand responses</a:t>
            </a:r>
          </a:p>
          <a:p>
            <a:pPr>
              <a:spcAft>
                <a:spcPts val="1800"/>
              </a:spcAft>
            </a:pPr>
            <a:r>
              <a:rPr lang="en-US" dirty="0"/>
              <a:t>Impact of the pandemic on brands</a:t>
            </a:r>
          </a:p>
          <a:p>
            <a:pPr>
              <a:spcAft>
                <a:spcPts val="1800"/>
              </a:spcAft>
            </a:pPr>
            <a:endParaRPr lang="en-US" dirty="0"/>
          </a:p>
        </p:txBody>
      </p:sp>
    </p:spTree>
    <p:extLst>
      <p:ext uri="{BB962C8B-B14F-4D97-AF65-F5344CB8AC3E}">
        <p14:creationId xmlns:p14="http://schemas.microsoft.com/office/powerpoint/2010/main" val="2421056723"/>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Consumer Priorities for Brands</a:t>
            </a:r>
            <a:endParaRPr lang="en-US" dirty="0"/>
          </a:p>
        </p:txBody>
      </p:sp>
      <p:pic>
        <p:nvPicPr>
          <p:cNvPr id="4" name="Content Placeholder 3" descr="Bar graph detailing what should brands do during the five waves of the COVID-19 pandemic March-May 2020. Includes be practical and realistic and help consumers in the everyday life, reduce anxiety and understand consumer concerns, attack the crisis and demonstrate that it can be fought, use their knowledge to explain and inform, be an example and guide the change, and be optimistic and think in an unconventional way. "/>
          <p:cNvPicPr>
            <a:picLocks noGrp="1"/>
          </p:cNvPicPr>
          <p:nvPr>
            <p:ph idx="1"/>
          </p:nvPr>
        </p:nvPicPr>
        <p:blipFill>
          <a:blip r:embed="rId2">
            <a:extLst>
              <a:ext uri="{28A0092B-C50C-407E-A947-70E740481C1C}">
                <a14:useLocalDpi xmlns:a14="http://schemas.microsoft.com/office/drawing/2010/main" val="0"/>
              </a:ext>
            </a:extLst>
          </a:blip>
          <a:stretch>
            <a:fillRect/>
          </a:stretch>
        </p:blipFill>
        <p:spPr>
          <a:xfrm>
            <a:off x="2424882" y="1090680"/>
            <a:ext cx="7342236" cy="5002821"/>
          </a:xfr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1549502878"/>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Results of a McKinsey Study</a:t>
            </a:r>
          </a:p>
        </p:txBody>
      </p:sp>
      <p:pic>
        <p:nvPicPr>
          <p:cNvPr id="6" name="Content Placeholder 5" descr="Results of a McKinsey study detailing reasons for trying new brand since COVID-19 began. Image states that &quot;Value is the main reason consumers have switched brands since the start of the COVID-19 pandemic - other reasons include purpose, quality, and novelty.&quot; Respondents most highly rated value and availability. "/>
          <p:cNvPicPr>
            <a:picLocks noGrp="1"/>
          </p:cNvPicPr>
          <p:nvPr>
            <p:ph idx="1"/>
          </p:nvPr>
        </p:nvPicPr>
        <p:blipFill rotWithShape="1">
          <a:blip r:embed="rId2"/>
          <a:srcRect l="23617" t="10450" r="24692" b="13780"/>
          <a:stretch/>
        </p:blipFill>
        <p:spPr>
          <a:xfrm>
            <a:off x="2757311" y="999605"/>
            <a:ext cx="6677378" cy="5135723"/>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997666714"/>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1027"/>
          <p:cNvSpPr>
            <a:spLocks noGrp="1" noChangeArrowheads="1"/>
          </p:cNvSpPr>
          <p:nvPr>
            <p:ph type="title"/>
          </p:nvPr>
        </p:nvSpPr>
        <p:spPr/>
        <p:txBody>
          <a:bodyPr/>
          <a:lstStyle/>
          <a:p>
            <a:r>
              <a:rPr lang="en-US" altLang="en-US" dirty="0"/>
              <a:t>Re-Thinking the Brand Positioning Hierarchy</a:t>
            </a:r>
          </a:p>
        </p:txBody>
      </p:sp>
      <p:grpSp>
        <p:nvGrpSpPr>
          <p:cNvPr id="2" name="Group 1" descr="Pyramid tiers from top to bottom: personal values, psychological benefits, functional benefits, product features, and concrete product offering.">
            <a:extLst>
              <a:ext uri="{FF2B5EF4-FFF2-40B4-BE49-F238E27FC236}">
                <a16:creationId xmlns:a16="http://schemas.microsoft.com/office/drawing/2014/main" id="{08247F4A-E6EF-5FEB-2F92-C640F097E2F3}"/>
              </a:ext>
            </a:extLst>
          </p:cNvPr>
          <p:cNvGrpSpPr/>
          <p:nvPr/>
        </p:nvGrpSpPr>
        <p:grpSpPr>
          <a:xfrm>
            <a:off x="1171325" y="2326086"/>
            <a:ext cx="7567353" cy="2987675"/>
            <a:chOff x="1657708" y="2306630"/>
            <a:chExt cx="7567353" cy="2987675"/>
          </a:xfrm>
        </p:grpSpPr>
        <p:grpSp>
          <p:nvGrpSpPr>
            <p:cNvPr id="13316" name="Group 1028"/>
            <p:cNvGrpSpPr>
              <a:grpSpLocks/>
            </p:cNvGrpSpPr>
            <p:nvPr/>
          </p:nvGrpSpPr>
          <p:grpSpPr bwMode="auto">
            <a:xfrm>
              <a:off x="1681261" y="2306630"/>
              <a:ext cx="7543800" cy="2987675"/>
              <a:chOff x="480" y="1539"/>
              <a:chExt cx="5068" cy="2313"/>
            </a:xfrm>
          </p:grpSpPr>
          <p:grpSp>
            <p:nvGrpSpPr>
              <p:cNvPr id="13319" name="Group 1029"/>
              <p:cNvGrpSpPr>
                <a:grpSpLocks/>
              </p:cNvGrpSpPr>
              <p:nvPr/>
            </p:nvGrpSpPr>
            <p:grpSpPr bwMode="auto">
              <a:xfrm>
                <a:off x="3180" y="3115"/>
                <a:ext cx="2368" cy="696"/>
                <a:chOff x="3180" y="3115"/>
                <a:chExt cx="2368" cy="696"/>
              </a:xfrm>
            </p:grpSpPr>
            <p:sp>
              <p:nvSpPr>
                <p:cNvPr id="13345" name="Freeform 1030" descr="White marble"/>
                <p:cNvSpPr>
                  <a:spLocks/>
                </p:cNvSpPr>
                <p:nvPr/>
              </p:nvSpPr>
              <p:spPr bwMode="auto">
                <a:xfrm>
                  <a:off x="5131" y="3115"/>
                  <a:ext cx="417" cy="695"/>
                </a:xfrm>
                <a:custGeom>
                  <a:avLst/>
                  <a:gdLst>
                    <a:gd name="T0" fmla="*/ 0 w 835"/>
                    <a:gd name="T1" fmla="*/ 1 h 1390"/>
                    <a:gd name="T2" fmla="*/ 0 w 835"/>
                    <a:gd name="T3" fmla="*/ 1 h 1390"/>
                    <a:gd name="T4" fmla="*/ 0 w 835"/>
                    <a:gd name="T5" fmla="*/ 0 h 1390"/>
                    <a:gd name="T6" fmla="*/ 0 w 835"/>
                    <a:gd name="T7" fmla="*/ 1 h 1390"/>
                    <a:gd name="T8" fmla="*/ 0 w 835"/>
                    <a:gd name="T9" fmla="*/ 1 h 1390"/>
                    <a:gd name="T10" fmla="*/ 0 60000 65536"/>
                    <a:gd name="T11" fmla="*/ 0 60000 65536"/>
                    <a:gd name="T12" fmla="*/ 0 60000 65536"/>
                    <a:gd name="T13" fmla="*/ 0 60000 65536"/>
                    <a:gd name="T14" fmla="*/ 0 60000 65536"/>
                    <a:gd name="T15" fmla="*/ 0 w 835"/>
                    <a:gd name="T16" fmla="*/ 0 h 1390"/>
                    <a:gd name="T17" fmla="*/ 835 w 835"/>
                    <a:gd name="T18" fmla="*/ 1390 h 1390"/>
                  </a:gdLst>
                  <a:ahLst/>
                  <a:cxnLst>
                    <a:cxn ang="T10">
                      <a:pos x="T0" y="T1"/>
                    </a:cxn>
                    <a:cxn ang="T11">
                      <a:pos x="T2" y="T3"/>
                    </a:cxn>
                    <a:cxn ang="T12">
                      <a:pos x="T4" y="T5"/>
                    </a:cxn>
                    <a:cxn ang="T13">
                      <a:pos x="T6" y="T7"/>
                    </a:cxn>
                    <a:cxn ang="T14">
                      <a:pos x="T8" y="T9"/>
                    </a:cxn>
                  </a:cxnLst>
                  <a:rect l="T15" t="T16" r="T17" b="T18"/>
                  <a:pathLst>
                    <a:path w="835" h="1390">
                      <a:moveTo>
                        <a:pt x="394" y="1390"/>
                      </a:moveTo>
                      <a:lnTo>
                        <a:pt x="0" y="592"/>
                      </a:lnTo>
                      <a:lnTo>
                        <a:pt x="369" y="0"/>
                      </a:lnTo>
                      <a:lnTo>
                        <a:pt x="835" y="692"/>
                      </a:lnTo>
                      <a:lnTo>
                        <a:pt x="394" y="1390"/>
                      </a:lnTo>
                      <a:close/>
                    </a:path>
                  </a:pathLst>
                </a:custGeom>
                <a:solidFill>
                  <a:schemeClr val="bg1"/>
                </a:solidFill>
                <a:ln w="11113">
                  <a:solidFill>
                    <a:srgbClr val="000000"/>
                  </a:solidFill>
                  <a:round/>
                  <a:headEnd/>
                  <a:tailEnd/>
                </a:ln>
              </p:spPr>
              <p:txBody>
                <a:bodyPr/>
                <a:lstStyle/>
                <a:p>
                  <a:endParaRPr lang="en-US">
                    <a:solidFill>
                      <a:srgbClr val="212659"/>
                    </a:solidFill>
                    <a:latin typeface="Verdana" panose="020B0604030504040204" pitchFamily="34" charset="0"/>
                    <a:ea typeface="Verdana" panose="020B0604030504040204" pitchFamily="34" charset="0"/>
                    <a:cs typeface="Verdana" panose="020B0604030504040204" pitchFamily="34" charset="0"/>
                  </a:endParaRPr>
                </a:p>
              </p:txBody>
            </p:sp>
            <p:sp>
              <p:nvSpPr>
                <p:cNvPr id="13346" name="Freeform 1031" descr="White marble"/>
                <p:cNvSpPr>
                  <a:spLocks/>
                </p:cNvSpPr>
                <p:nvPr/>
              </p:nvSpPr>
              <p:spPr bwMode="auto">
                <a:xfrm>
                  <a:off x="3370" y="3115"/>
                  <a:ext cx="1946" cy="297"/>
                </a:xfrm>
                <a:custGeom>
                  <a:avLst/>
                  <a:gdLst>
                    <a:gd name="T0" fmla="*/ 0 w 3891"/>
                    <a:gd name="T1" fmla="*/ 1 h 594"/>
                    <a:gd name="T2" fmla="*/ 1 w 3891"/>
                    <a:gd name="T3" fmla="*/ 1 h 594"/>
                    <a:gd name="T4" fmla="*/ 1 w 3891"/>
                    <a:gd name="T5" fmla="*/ 0 h 594"/>
                    <a:gd name="T6" fmla="*/ 1 w 3891"/>
                    <a:gd name="T7" fmla="*/ 0 h 594"/>
                    <a:gd name="T8" fmla="*/ 0 w 3891"/>
                    <a:gd name="T9" fmla="*/ 1 h 594"/>
                    <a:gd name="T10" fmla="*/ 0 60000 65536"/>
                    <a:gd name="T11" fmla="*/ 0 60000 65536"/>
                    <a:gd name="T12" fmla="*/ 0 60000 65536"/>
                    <a:gd name="T13" fmla="*/ 0 60000 65536"/>
                    <a:gd name="T14" fmla="*/ 0 60000 65536"/>
                    <a:gd name="T15" fmla="*/ 0 w 3891"/>
                    <a:gd name="T16" fmla="*/ 0 h 594"/>
                    <a:gd name="T17" fmla="*/ 3891 w 3891"/>
                    <a:gd name="T18" fmla="*/ 594 h 594"/>
                  </a:gdLst>
                  <a:ahLst/>
                  <a:cxnLst>
                    <a:cxn ang="T10">
                      <a:pos x="T0" y="T1"/>
                    </a:cxn>
                    <a:cxn ang="T11">
                      <a:pos x="T2" y="T3"/>
                    </a:cxn>
                    <a:cxn ang="T12">
                      <a:pos x="T4" y="T5"/>
                    </a:cxn>
                    <a:cxn ang="T13">
                      <a:pos x="T6" y="T7"/>
                    </a:cxn>
                    <a:cxn ang="T14">
                      <a:pos x="T8" y="T9"/>
                    </a:cxn>
                  </a:cxnLst>
                  <a:rect l="T15" t="T16" r="T17" b="T18"/>
                  <a:pathLst>
                    <a:path w="3891" h="594">
                      <a:moveTo>
                        <a:pt x="0" y="594"/>
                      </a:moveTo>
                      <a:lnTo>
                        <a:pt x="3522" y="594"/>
                      </a:lnTo>
                      <a:lnTo>
                        <a:pt x="3891" y="0"/>
                      </a:lnTo>
                      <a:lnTo>
                        <a:pt x="497" y="0"/>
                      </a:lnTo>
                      <a:lnTo>
                        <a:pt x="0" y="594"/>
                      </a:lnTo>
                      <a:close/>
                    </a:path>
                  </a:pathLst>
                </a:custGeom>
                <a:solidFill>
                  <a:schemeClr val="bg1"/>
                </a:solidFill>
                <a:ln w="11113">
                  <a:solidFill>
                    <a:srgbClr val="000000"/>
                  </a:solidFill>
                  <a:round/>
                  <a:headEnd/>
                  <a:tailEnd/>
                </a:ln>
              </p:spPr>
              <p:txBody>
                <a:bodyPr/>
                <a:lstStyle/>
                <a:p>
                  <a:endParaRPr lang="en-US">
                    <a:solidFill>
                      <a:srgbClr val="212659"/>
                    </a:solidFill>
                    <a:latin typeface="Verdana" panose="020B0604030504040204" pitchFamily="34" charset="0"/>
                    <a:ea typeface="Verdana" panose="020B0604030504040204" pitchFamily="34" charset="0"/>
                    <a:cs typeface="Verdana" panose="020B0604030504040204" pitchFamily="34" charset="0"/>
                  </a:endParaRPr>
                </a:p>
              </p:txBody>
            </p:sp>
            <p:sp>
              <p:nvSpPr>
                <p:cNvPr id="13347" name="Freeform 1032" descr="White marble"/>
                <p:cNvSpPr>
                  <a:spLocks/>
                </p:cNvSpPr>
                <p:nvPr/>
              </p:nvSpPr>
              <p:spPr bwMode="auto">
                <a:xfrm>
                  <a:off x="3180" y="3411"/>
                  <a:ext cx="2149" cy="400"/>
                </a:xfrm>
                <a:custGeom>
                  <a:avLst/>
                  <a:gdLst>
                    <a:gd name="T0" fmla="*/ 1 w 4298"/>
                    <a:gd name="T1" fmla="*/ 0 h 800"/>
                    <a:gd name="T2" fmla="*/ 1 w 4298"/>
                    <a:gd name="T3" fmla="*/ 0 h 800"/>
                    <a:gd name="T4" fmla="*/ 1 w 4298"/>
                    <a:gd name="T5" fmla="*/ 1 h 800"/>
                    <a:gd name="T6" fmla="*/ 0 w 4298"/>
                    <a:gd name="T7" fmla="*/ 1 h 800"/>
                    <a:gd name="T8" fmla="*/ 1 w 4298"/>
                    <a:gd name="T9" fmla="*/ 0 h 800"/>
                    <a:gd name="T10" fmla="*/ 0 60000 65536"/>
                    <a:gd name="T11" fmla="*/ 0 60000 65536"/>
                    <a:gd name="T12" fmla="*/ 0 60000 65536"/>
                    <a:gd name="T13" fmla="*/ 0 60000 65536"/>
                    <a:gd name="T14" fmla="*/ 0 60000 65536"/>
                    <a:gd name="T15" fmla="*/ 0 w 4298"/>
                    <a:gd name="T16" fmla="*/ 0 h 800"/>
                    <a:gd name="T17" fmla="*/ 4298 w 4298"/>
                    <a:gd name="T18" fmla="*/ 800 h 800"/>
                  </a:gdLst>
                  <a:ahLst/>
                  <a:cxnLst>
                    <a:cxn ang="T10">
                      <a:pos x="T0" y="T1"/>
                    </a:cxn>
                    <a:cxn ang="T11">
                      <a:pos x="T2" y="T3"/>
                    </a:cxn>
                    <a:cxn ang="T12">
                      <a:pos x="T4" y="T5"/>
                    </a:cxn>
                    <a:cxn ang="T13">
                      <a:pos x="T6" y="T7"/>
                    </a:cxn>
                    <a:cxn ang="T14">
                      <a:pos x="T8" y="T9"/>
                    </a:cxn>
                  </a:cxnLst>
                  <a:rect l="T15" t="T16" r="T17" b="T18"/>
                  <a:pathLst>
                    <a:path w="4298" h="800">
                      <a:moveTo>
                        <a:pt x="378" y="0"/>
                      </a:moveTo>
                      <a:lnTo>
                        <a:pt x="3900" y="0"/>
                      </a:lnTo>
                      <a:lnTo>
                        <a:pt x="4298" y="800"/>
                      </a:lnTo>
                      <a:lnTo>
                        <a:pt x="0" y="800"/>
                      </a:lnTo>
                      <a:lnTo>
                        <a:pt x="378" y="0"/>
                      </a:lnTo>
                      <a:close/>
                    </a:path>
                  </a:pathLst>
                </a:custGeom>
                <a:solidFill>
                  <a:schemeClr val="bg1"/>
                </a:solidFill>
                <a:ln w="11113">
                  <a:solidFill>
                    <a:srgbClr val="000000"/>
                  </a:solidFill>
                  <a:round/>
                  <a:headEnd/>
                  <a:tailEnd/>
                </a:ln>
              </p:spPr>
              <p:txBody>
                <a:bodyPr/>
                <a:lstStyle/>
                <a:p>
                  <a:endParaRPr lang="en-US">
                    <a:solidFill>
                      <a:srgbClr val="212659"/>
                    </a:solidFill>
                    <a:latin typeface="Verdana" panose="020B0604030504040204" pitchFamily="34" charset="0"/>
                    <a:ea typeface="Verdana" panose="020B0604030504040204" pitchFamily="34" charset="0"/>
                    <a:cs typeface="Verdana" panose="020B0604030504040204" pitchFamily="34" charset="0"/>
                  </a:endParaRPr>
                </a:p>
              </p:txBody>
            </p:sp>
          </p:grpSp>
          <p:grpSp>
            <p:nvGrpSpPr>
              <p:cNvPr id="13320" name="Group 1033"/>
              <p:cNvGrpSpPr>
                <a:grpSpLocks/>
              </p:cNvGrpSpPr>
              <p:nvPr/>
            </p:nvGrpSpPr>
            <p:grpSpPr bwMode="auto">
              <a:xfrm>
                <a:off x="3405" y="2720"/>
                <a:ext cx="1878" cy="629"/>
                <a:chOff x="3405" y="2720"/>
                <a:chExt cx="1878" cy="629"/>
              </a:xfrm>
            </p:grpSpPr>
            <p:sp>
              <p:nvSpPr>
                <p:cNvPr id="13342" name="Freeform 1034" descr="White marble"/>
                <p:cNvSpPr>
                  <a:spLocks/>
                </p:cNvSpPr>
                <p:nvPr/>
              </p:nvSpPr>
              <p:spPr bwMode="auto">
                <a:xfrm>
                  <a:off x="4914" y="2720"/>
                  <a:ext cx="369" cy="629"/>
                </a:xfrm>
                <a:custGeom>
                  <a:avLst/>
                  <a:gdLst>
                    <a:gd name="T0" fmla="*/ 1 w 737"/>
                    <a:gd name="T1" fmla="*/ 0 h 1259"/>
                    <a:gd name="T2" fmla="*/ 0 w 737"/>
                    <a:gd name="T3" fmla="*/ 0 h 1259"/>
                    <a:gd name="T4" fmla="*/ 1 w 737"/>
                    <a:gd name="T5" fmla="*/ 0 h 1259"/>
                    <a:gd name="T6" fmla="*/ 1 w 737"/>
                    <a:gd name="T7" fmla="*/ 0 h 1259"/>
                    <a:gd name="T8" fmla="*/ 1 w 737"/>
                    <a:gd name="T9" fmla="*/ 0 h 1259"/>
                    <a:gd name="T10" fmla="*/ 0 60000 65536"/>
                    <a:gd name="T11" fmla="*/ 0 60000 65536"/>
                    <a:gd name="T12" fmla="*/ 0 60000 65536"/>
                    <a:gd name="T13" fmla="*/ 0 60000 65536"/>
                    <a:gd name="T14" fmla="*/ 0 60000 65536"/>
                    <a:gd name="T15" fmla="*/ 0 w 737"/>
                    <a:gd name="T16" fmla="*/ 0 h 1259"/>
                    <a:gd name="T17" fmla="*/ 737 w 737"/>
                    <a:gd name="T18" fmla="*/ 1259 h 1259"/>
                  </a:gdLst>
                  <a:ahLst/>
                  <a:cxnLst>
                    <a:cxn ang="T10">
                      <a:pos x="T0" y="T1"/>
                    </a:cxn>
                    <a:cxn ang="T11">
                      <a:pos x="T2" y="T3"/>
                    </a:cxn>
                    <a:cxn ang="T12">
                      <a:pos x="T4" y="T5"/>
                    </a:cxn>
                    <a:cxn ang="T13">
                      <a:pos x="T6" y="T7"/>
                    </a:cxn>
                    <a:cxn ang="T14">
                      <a:pos x="T8" y="T9"/>
                    </a:cxn>
                  </a:cxnLst>
                  <a:rect l="T15" t="T16" r="T17" b="T18"/>
                  <a:pathLst>
                    <a:path w="737" h="1259">
                      <a:moveTo>
                        <a:pt x="376" y="1259"/>
                      </a:moveTo>
                      <a:lnTo>
                        <a:pt x="0" y="441"/>
                      </a:lnTo>
                      <a:lnTo>
                        <a:pt x="275" y="0"/>
                      </a:lnTo>
                      <a:lnTo>
                        <a:pt x="737" y="694"/>
                      </a:lnTo>
                      <a:lnTo>
                        <a:pt x="376" y="1259"/>
                      </a:lnTo>
                      <a:close/>
                    </a:path>
                  </a:pathLst>
                </a:custGeom>
                <a:solidFill>
                  <a:schemeClr val="tx2"/>
                </a:solidFill>
                <a:ln w="11113">
                  <a:solidFill>
                    <a:srgbClr val="000000"/>
                  </a:solidFill>
                  <a:round/>
                  <a:headEnd/>
                  <a:tailEnd/>
                </a:ln>
              </p:spPr>
              <p:txBody>
                <a:bodyPr/>
                <a:lstStyle/>
                <a:p>
                  <a:endParaRPr lang="en-US">
                    <a:solidFill>
                      <a:srgbClr val="212659"/>
                    </a:solidFill>
                    <a:latin typeface="Verdana" panose="020B0604030504040204" pitchFamily="34" charset="0"/>
                    <a:ea typeface="Verdana" panose="020B0604030504040204" pitchFamily="34" charset="0"/>
                    <a:cs typeface="Verdana" panose="020B0604030504040204" pitchFamily="34" charset="0"/>
                  </a:endParaRPr>
                </a:p>
              </p:txBody>
            </p:sp>
            <p:sp>
              <p:nvSpPr>
                <p:cNvPr id="13343" name="Freeform 1035" descr="White marble"/>
                <p:cNvSpPr>
                  <a:spLocks/>
                </p:cNvSpPr>
                <p:nvPr/>
              </p:nvSpPr>
              <p:spPr bwMode="auto">
                <a:xfrm>
                  <a:off x="3590" y="2720"/>
                  <a:ext cx="1462" cy="221"/>
                </a:xfrm>
                <a:custGeom>
                  <a:avLst/>
                  <a:gdLst>
                    <a:gd name="T0" fmla="*/ 0 w 2924"/>
                    <a:gd name="T1" fmla="*/ 0 h 443"/>
                    <a:gd name="T2" fmla="*/ 1 w 2924"/>
                    <a:gd name="T3" fmla="*/ 0 h 443"/>
                    <a:gd name="T4" fmla="*/ 1 w 2924"/>
                    <a:gd name="T5" fmla="*/ 0 h 443"/>
                    <a:gd name="T6" fmla="*/ 1 w 2924"/>
                    <a:gd name="T7" fmla="*/ 0 h 443"/>
                    <a:gd name="T8" fmla="*/ 0 w 2924"/>
                    <a:gd name="T9" fmla="*/ 0 h 443"/>
                    <a:gd name="T10" fmla="*/ 0 60000 65536"/>
                    <a:gd name="T11" fmla="*/ 0 60000 65536"/>
                    <a:gd name="T12" fmla="*/ 0 60000 65536"/>
                    <a:gd name="T13" fmla="*/ 0 60000 65536"/>
                    <a:gd name="T14" fmla="*/ 0 60000 65536"/>
                    <a:gd name="T15" fmla="*/ 0 w 2924"/>
                    <a:gd name="T16" fmla="*/ 0 h 443"/>
                    <a:gd name="T17" fmla="*/ 2924 w 2924"/>
                    <a:gd name="T18" fmla="*/ 443 h 443"/>
                  </a:gdLst>
                  <a:ahLst/>
                  <a:cxnLst>
                    <a:cxn ang="T10">
                      <a:pos x="T0" y="T1"/>
                    </a:cxn>
                    <a:cxn ang="T11">
                      <a:pos x="T2" y="T3"/>
                    </a:cxn>
                    <a:cxn ang="T12">
                      <a:pos x="T4" y="T5"/>
                    </a:cxn>
                    <a:cxn ang="T13">
                      <a:pos x="T6" y="T7"/>
                    </a:cxn>
                    <a:cxn ang="T14">
                      <a:pos x="T8" y="T9"/>
                    </a:cxn>
                  </a:cxnLst>
                  <a:rect l="T15" t="T16" r="T17" b="T18"/>
                  <a:pathLst>
                    <a:path w="2924" h="443">
                      <a:moveTo>
                        <a:pt x="0" y="443"/>
                      </a:moveTo>
                      <a:lnTo>
                        <a:pt x="2649" y="443"/>
                      </a:lnTo>
                      <a:lnTo>
                        <a:pt x="2924" y="0"/>
                      </a:lnTo>
                      <a:lnTo>
                        <a:pt x="524" y="2"/>
                      </a:lnTo>
                      <a:lnTo>
                        <a:pt x="0" y="443"/>
                      </a:lnTo>
                      <a:close/>
                    </a:path>
                  </a:pathLst>
                </a:custGeom>
                <a:solidFill>
                  <a:schemeClr val="tx2"/>
                </a:solidFill>
                <a:ln w="11113">
                  <a:solidFill>
                    <a:srgbClr val="000000"/>
                  </a:solidFill>
                  <a:round/>
                  <a:headEnd/>
                  <a:tailEnd/>
                </a:ln>
              </p:spPr>
              <p:txBody>
                <a:bodyPr/>
                <a:lstStyle/>
                <a:p>
                  <a:endParaRPr lang="en-US">
                    <a:solidFill>
                      <a:srgbClr val="212659"/>
                    </a:solidFill>
                    <a:latin typeface="Verdana" panose="020B0604030504040204" pitchFamily="34" charset="0"/>
                    <a:ea typeface="Verdana" panose="020B0604030504040204" pitchFamily="34" charset="0"/>
                    <a:cs typeface="Verdana" panose="020B0604030504040204" pitchFamily="34" charset="0"/>
                  </a:endParaRPr>
                </a:p>
              </p:txBody>
            </p:sp>
            <p:sp>
              <p:nvSpPr>
                <p:cNvPr id="13344" name="Freeform 1036" descr="White marble"/>
                <p:cNvSpPr>
                  <a:spLocks/>
                </p:cNvSpPr>
                <p:nvPr/>
              </p:nvSpPr>
              <p:spPr bwMode="auto">
                <a:xfrm>
                  <a:off x="3405" y="2940"/>
                  <a:ext cx="1697" cy="409"/>
                </a:xfrm>
                <a:custGeom>
                  <a:avLst/>
                  <a:gdLst>
                    <a:gd name="T0" fmla="*/ 0 w 3395"/>
                    <a:gd name="T1" fmla="*/ 1 h 818"/>
                    <a:gd name="T2" fmla="*/ 0 w 3395"/>
                    <a:gd name="T3" fmla="*/ 1 h 818"/>
                    <a:gd name="T4" fmla="*/ 0 w 3395"/>
                    <a:gd name="T5" fmla="*/ 0 h 818"/>
                    <a:gd name="T6" fmla="*/ 0 w 3395"/>
                    <a:gd name="T7" fmla="*/ 0 h 818"/>
                    <a:gd name="T8" fmla="*/ 0 w 3395"/>
                    <a:gd name="T9" fmla="*/ 1 h 818"/>
                    <a:gd name="T10" fmla="*/ 0 60000 65536"/>
                    <a:gd name="T11" fmla="*/ 0 60000 65536"/>
                    <a:gd name="T12" fmla="*/ 0 60000 65536"/>
                    <a:gd name="T13" fmla="*/ 0 60000 65536"/>
                    <a:gd name="T14" fmla="*/ 0 60000 65536"/>
                    <a:gd name="T15" fmla="*/ 0 w 3395"/>
                    <a:gd name="T16" fmla="*/ 0 h 818"/>
                    <a:gd name="T17" fmla="*/ 3395 w 3395"/>
                    <a:gd name="T18" fmla="*/ 818 h 818"/>
                  </a:gdLst>
                  <a:ahLst/>
                  <a:cxnLst>
                    <a:cxn ang="T10">
                      <a:pos x="T0" y="T1"/>
                    </a:cxn>
                    <a:cxn ang="T11">
                      <a:pos x="T2" y="T3"/>
                    </a:cxn>
                    <a:cxn ang="T12">
                      <a:pos x="T4" y="T5"/>
                    </a:cxn>
                    <a:cxn ang="T13">
                      <a:pos x="T6" y="T7"/>
                    </a:cxn>
                    <a:cxn ang="T14">
                      <a:pos x="T8" y="T9"/>
                    </a:cxn>
                  </a:cxnLst>
                  <a:rect l="T15" t="T16" r="T17" b="T18"/>
                  <a:pathLst>
                    <a:path w="3395" h="818">
                      <a:moveTo>
                        <a:pt x="0" y="818"/>
                      </a:moveTo>
                      <a:lnTo>
                        <a:pt x="3395" y="818"/>
                      </a:lnTo>
                      <a:lnTo>
                        <a:pt x="3019" y="0"/>
                      </a:lnTo>
                      <a:lnTo>
                        <a:pt x="373" y="0"/>
                      </a:lnTo>
                      <a:lnTo>
                        <a:pt x="0" y="818"/>
                      </a:lnTo>
                      <a:close/>
                    </a:path>
                  </a:pathLst>
                </a:custGeom>
                <a:solidFill>
                  <a:schemeClr val="tx2"/>
                </a:solidFill>
                <a:ln w="11113">
                  <a:solidFill>
                    <a:srgbClr val="000000"/>
                  </a:solidFill>
                  <a:round/>
                  <a:headEnd/>
                  <a:tailEnd/>
                </a:ln>
              </p:spPr>
              <p:txBody>
                <a:bodyPr/>
                <a:lstStyle/>
                <a:p>
                  <a:endParaRPr lang="en-US">
                    <a:solidFill>
                      <a:srgbClr val="212659"/>
                    </a:solidFill>
                    <a:latin typeface="Verdana" panose="020B0604030504040204" pitchFamily="34" charset="0"/>
                    <a:ea typeface="Verdana" panose="020B0604030504040204" pitchFamily="34" charset="0"/>
                    <a:cs typeface="Verdana" panose="020B0604030504040204" pitchFamily="34" charset="0"/>
                  </a:endParaRPr>
                </a:p>
              </p:txBody>
            </p:sp>
          </p:grpSp>
          <p:grpSp>
            <p:nvGrpSpPr>
              <p:cNvPr id="13321" name="Group 1037"/>
              <p:cNvGrpSpPr>
                <a:grpSpLocks/>
              </p:cNvGrpSpPr>
              <p:nvPr/>
            </p:nvGrpSpPr>
            <p:grpSpPr bwMode="auto">
              <a:xfrm>
                <a:off x="3622" y="2330"/>
                <a:ext cx="1395" cy="546"/>
                <a:chOff x="3622" y="2330"/>
                <a:chExt cx="1395" cy="546"/>
              </a:xfrm>
            </p:grpSpPr>
            <p:sp>
              <p:nvSpPr>
                <p:cNvPr id="13339" name="Freeform 1038" descr="White marble"/>
                <p:cNvSpPr>
                  <a:spLocks/>
                </p:cNvSpPr>
                <p:nvPr/>
              </p:nvSpPr>
              <p:spPr bwMode="auto">
                <a:xfrm>
                  <a:off x="4694" y="2330"/>
                  <a:ext cx="323" cy="545"/>
                </a:xfrm>
                <a:custGeom>
                  <a:avLst/>
                  <a:gdLst>
                    <a:gd name="T0" fmla="*/ 0 w 644"/>
                    <a:gd name="T1" fmla="*/ 0 h 1091"/>
                    <a:gd name="T2" fmla="*/ 1 w 644"/>
                    <a:gd name="T3" fmla="*/ 0 h 1091"/>
                    <a:gd name="T4" fmla="*/ 1 w 644"/>
                    <a:gd name="T5" fmla="*/ 0 h 1091"/>
                    <a:gd name="T6" fmla="*/ 1 w 644"/>
                    <a:gd name="T7" fmla="*/ 0 h 1091"/>
                    <a:gd name="T8" fmla="*/ 0 w 644"/>
                    <a:gd name="T9" fmla="*/ 0 h 1091"/>
                    <a:gd name="T10" fmla="*/ 0 60000 65536"/>
                    <a:gd name="T11" fmla="*/ 0 60000 65536"/>
                    <a:gd name="T12" fmla="*/ 0 60000 65536"/>
                    <a:gd name="T13" fmla="*/ 0 60000 65536"/>
                    <a:gd name="T14" fmla="*/ 0 60000 65536"/>
                    <a:gd name="T15" fmla="*/ 0 w 644"/>
                    <a:gd name="T16" fmla="*/ 0 h 1091"/>
                    <a:gd name="T17" fmla="*/ 644 w 644"/>
                    <a:gd name="T18" fmla="*/ 1091 h 1091"/>
                  </a:gdLst>
                  <a:ahLst/>
                  <a:cxnLst>
                    <a:cxn ang="T10">
                      <a:pos x="T0" y="T1"/>
                    </a:cxn>
                    <a:cxn ang="T11">
                      <a:pos x="T2" y="T3"/>
                    </a:cxn>
                    <a:cxn ang="T12">
                      <a:pos x="T4" y="T5"/>
                    </a:cxn>
                    <a:cxn ang="T13">
                      <a:pos x="T6" y="T7"/>
                    </a:cxn>
                    <a:cxn ang="T14">
                      <a:pos x="T8" y="T9"/>
                    </a:cxn>
                  </a:cxnLst>
                  <a:rect l="T15" t="T16" r="T17" b="T18"/>
                  <a:pathLst>
                    <a:path w="644" h="1091">
                      <a:moveTo>
                        <a:pt x="0" y="297"/>
                      </a:moveTo>
                      <a:lnTo>
                        <a:pt x="382" y="1091"/>
                      </a:lnTo>
                      <a:lnTo>
                        <a:pt x="644" y="684"/>
                      </a:lnTo>
                      <a:lnTo>
                        <a:pt x="185" y="0"/>
                      </a:lnTo>
                      <a:lnTo>
                        <a:pt x="0" y="297"/>
                      </a:lnTo>
                      <a:close/>
                    </a:path>
                  </a:pathLst>
                </a:custGeom>
                <a:solidFill>
                  <a:schemeClr val="accent2"/>
                </a:solidFill>
                <a:ln w="11113">
                  <a:solidFill>
                    <a:srgbClr val="000000"/>
                  </a:solidFill>
                  <a:round/>
                  <a:headEnd/>
                  <a:tailEnd/>
                </a:ln>
              </p:spPr>
              <p:txBody>
                <a:bodyPr/>
                <a:lstStyle/>
                <a:p>
                  <a:endParaRPr lang="en-US">
                    <a:solidFill>
                      <a:srgbClr val="212659"/>
                    </a:solidFill>
                    <a:latin typeface="Verdana" panose="020B0604030504040204" pitchFamily="34" charset="0"/>
                    <a:ea typeface="Verdana" panose="020B0604030504040204" pitchFamily="34" charset="0"/>
                    <a:cs typeface="Verdana" panose="020B0604030504040204" pitchFamily="34" charset="0"/>
                  </a:endParaRPr>
                </a:p>
              </p:txBody>
            </p:sp>
            <p:sp>
              <p:nvSpPr>
                <p:cNvPr id="13340" name="Freeform 1039" descr="White marble"/>
                <p:cNvSpPr>
                  <a:spLocks/>
                </p:cNvSpPr>
                <p:nvPr/>
              </p:nvSpPr>
              <p:spPr bwMode="auto">
                <a:xfrm>
                  <a:off x="3810" y="2330"/>
                  <a:ext cx="976" cy="148"/>
                </a:xfrm>
                <a:custGeom>
                  <a:avLst/>
                  <a:gdLst>
                    <a:gd name="T0" fmla="*/ 0 w 1954"/>
                    <a:gd name="T1" fmla="*/ 1 h 295"/>
                    <a:gd name="T2" fmla="*/ 0 w 1954"/>
                    <a:gd name="T3" fmla="*/ 1 h 295"/>
                    <a:gd name="T4" fmla="*/ 0 w 1954"/>
                    <a:gd name="T5" fmla="*/ 0 h 295"/>
                    <a:gd name="T6" fmla="*/ 0 w 1954"/>
                    <a:gd name="T7" fmla="*/ 0 h 295"/>
                    <a:gd name="T8" fmla="*/ 0 w 1954"/>
                    <a:gd name="T9" fmla="*/ 1 h 295"/>
                    <a:gd name="T10" fmla="*/ 0 60000 65536"/>
                    <a:gd name="T11" fmla="*/ 0 60000 65536"/>
                    <a:gd name="T12" fmla="*/ 0 60000 65536"/>
                    <a:gd name="T13" fmla="*/ 0 60000 65536"/>
                    <a:gd name="T14" fmla="*/ 0 60000 65536"/>
                    <a:gd name="T15" fmla="*/ 0 w 1954"/>
                    <a:gd name="T16" fmla="*/ 0 h 295"/>
                    <a:gd name="T17" fmla="*/ 1954 w 1954"/>
                    <a:gd name="T18" fmla="*/ 295 h 295"/>
                  </a:gdLst>
                  <a:ahLst/>
                  <a:cxnLst>
                    <a:cxn ang="T10">
                      <a:pos x="T0" y="T1"/>
                    </a:cxn>
                    <a:cxn ang="T11">
                      <a:pos x="T2" y="T3"/>
                    </a:cxn>
                    <a:cxn ang="T12">
                      <a:pos x="T4" y="T5"/>
                    </a:cxn>
                    <a:cxn ang="T13">
                      <a:pos x="T6" y="T7"/>
                    </a:cxn>
                    <a:cxn ang="T14">
                      <a:pos x="T8" y="T9"/>
                    </a:cxn>
                  </a:cxnLst>
                  <a:rect l="T15" t="T16" r="T17" b="T18"/>
                  <a:pathLst>
                    <a:path w="1954" h="295">
                      <a:moveTo>
                        <a:pt x="0" y="295"/>
                      </a:moveTo>
                      <a:lnTo>
                        <a:pt x="1768" y="295"/>
                      </a:lnTo>
                      <a:lnTo>
                        <a:pt x="1954" y="0"/>
                      </a:lnTo>
                      <a:lnTo>
                        <a:pt x="494" y="0"/>
                      </a:lnTo>
                      <a:lnTo>
                        <a:pt x="0" y="295"/>
                      </a:lnTo>
                      <a:close/>
                    </a:path>
                  </a:pathLst>
                </a:custGeom>
                <a:solidFill>
                  <a:schemeClr val="accent2"/>
                </a:solidFill>
                <a:ln w="11113">
                  <a:solidFill>
                    <a:srgbClr val="000000"/>
                  </a:solidFill>
                  <a:round/>
                  <a:headEnd/>
                  <a:tailEnd/>
                </a:ln>
              </p:spPr>
              <p:txBody>
                <a:bodyPr/>
                <a:lstStyle/>
                <a:p>
                  <a:endParaRPr lang="en-US">
                    <a:solidFill>
                      <a:srgbClr val="212659"/>
                    </a:solidFill>
                    <a:latin typeface="Verdana" panose="020B0604030504040204" pitchFamily="34" charset="0"/>
                    <a:ea typeface="Verdana" panose="020B0604030504040204" pitchFamily="34" charset="0"/>
                    <a:cs typeface="Verdana" panose="020B0604030504040204" pitchFamily="34" charset="0"/>
                  </a:endParaRPr>
                </a:p>
              </p:txBody>
            </p:sp>
            <p:sp>
              <p:nvSpPr>
                <p:cNvPr id="13341" name="Freeform 1040" descr="White marble"/>
                <p:cNvSpPr>
                  <a:spLocks/>
                </p:cNvSpPr>
                <p:nvPr/>
              </p:nvSpPr>
              <p:spPr bwMode="auto">
                <a:xfrm>
                  <a:off x="3622" y="2478"/>
                  <a:ext cx="1263" cy="398"/>
                </a:xfrm>
                <a:custGeom>
                  <a:avLst/>
                  <a:gdLst>
                    <a:gd name="T0" fmla="*/ 0 w 2527"/>
                    <a:gd name="T1" fmla="*/ 0 h 798"/>
                    <a:gd name="T2" fmla="*/ 0 w 2527"/>
                    <a:gd name="T3" fmla="*/ 0 h 798"/>
                    <a:gd name="T4" fmla="*/ 0 w 2527"/>
                    <a:gd name="T5" fmla="*/ 0 h 798"/>
                    <a:gd name="T6" fmla="*/ 0 w 2527"/>
                    <a:gd name="T7" fmla="*/ 0 h 798"/>
                    <a:gd name="T8" fmla="*/ 0 w 2527"/>
                    <a:gd name="T9" fmla="*/ 0 h 798"/>
                    <a:gd name="T10" fmla="*/ 0 60000 65536"/>
                    <a:gd name="T11" fmla="*/ 0 60000 65536"/>
                    <a:gd name="T12" fmla="*/ 0 60000 65536"/>
                    <a:gd name="T13" fmla="*/ 0 60000 65536"/>
                    <a:gd name="T14" fmla="*/ 0 60000 65536"/>
                    <a:gd name="T15" fmla="*/ 0 w 2527"/>
                    <a:gd name="T16" fmla="*/ 0 h 798"/>
                    <a:gd name="T17" fmla="*/ 2527 w 2527"/>
                    <a:gd name="T18" fmla="*/ 798 h 798"/>
                  </a:gdLst>
                  <a:ahLst/>
                  <a:cxnLst>
                    <a:cxn ang="T10">
                      <a:pos x="T0" y="T1"/>
                    </a:cxn>
                    <a:cxn ang="T11">
                      <a:pos x="T2" y="T3"/>
                    </a:cxn>
                    <a:cxn ang="T12">
                      <a:pos x="T4" y="T5"/>
                    </a:cxn>
                    <a:cxn ang="T13">
                      <a:pos x="T6" y="T7"/>
                    </a:cxn>
                    <a:cxn ang="T14">
                      <a:pos x="T8" y="T9"/>
                    </a:cxn>
                  </a:cxnLst>
                  <a:rect l="T15" t="T16" r="T17" b="T18"/>
                  <a:pathLst>
                    <a:path w="2527" h="798">
                      <a:moveTo>
                        <a:pt x="0" y="798"/>
                      </a:moveTo>
                      <a:lnTo>
                        <a:pt x="2527" y="798"/>
                      </a:lnTo>
                      <a:lnTo>
                        <a:pt x="2144" y="0"/>
                      </a:lnTo>
                      <a:lnTo>
                        <a:pt x="376" y="0"/>
                      </a:lnTo>
                      <a:lnTo>
                        <a:pt x="0" y="798"/>
                      </a:lnTo>
                      <a:close/>
                    </a:path>
                  </a:pathLst>
                </a:custGeom>
                <a:solidFill>
                  <a:schemeClr val="accent2"/>
                </a:solidFill>
                <a:ln w="11113">
                  <a:solidFill>
                    <a:srgbClr val="000000"/>
                  </a:solidFill>
                  <a:round/>
                  <a:headEnd/>
                  <a:tailEnd/>
                </a:ln>
              </p:spPr>
              <p:txBody>
                <a:bodyPr/>
                <a:lstStyle/>
                <a:p>
                  <a:endParaRPr lang="en-US">
                    <a:solidFill>
                      <a:srgbClr val="212659"/>
                    </a:solidFill>
                    <a:latin typeface="Verdana" panose="020B0604030504040204" pitchFamily="34" charset="0"/>
                    <a:ea typeface="Verdana" panose="020B0604030504040204" pitchFamily="34" charset="0"/>
                    <a:cs typeface="Verdana" panose="020B0604030504040204" pitchFamily="34" charset="0"/>
                  </a:endParaRPr>
                </a:p>
              </p:txBody>
            </p:sp>
          </p:grpSp>
          <p:grpSp>
            <p:nvGrpSpPr>
              <p:cNvPr id="13322" name="Group 1041"/>
              <p:cNvGrpSpPr>
                <a:grpSpLocks/>
              </p:cNvGrpSpPr>
              <p:nvPr/>
            </p:nvGrpSpPr>
            <p:grpSpPr bwMode="auto">
              <a:xfrm>
                <a:off x="3842" y="1933"/>
                <a:ext cx="910" cy="478"/>
                <a:chOff x="3842" y="1933"/>
                <a:chExt cx="910" cy="478"/>
              </a:xfrm>
            </p:grpSpPr>
            <p:sp>
              <p:nvSpPr>
                <p:cNvPr id="13336" name="Freeform 1042" descr="White marble"/>
                <p:cNvSpPr>
                  <a:spLocks/>
                </p:cNvSpPr>
                <p:nvPr/>
              </p:nvSpPr>
              <p:spPr bwMode="auto">
                <a:xfrm>
                  <a:off x="4474" y="1934"/>
                  <a:ext cx="278" cy="477"/>
                </a:xfrm>
                <a:custGeom>
                  <a:avLst/>
                  <a:gdLst>
                    <a:gd name="T0" fmla="*/ 1 w 555"/>
                    <a:gd name="T1" fmla="*/ 1 h 953"/>
                    <a:gd name="T2" fmla="*/ 1 w 555"/>
                    <a:gd name="T3" fmla="*/ 1 h 953"/>
                    <a:gd name="T4" fmla="*/ 1 w 555"/>
                    <a:gd name="T5" fmla="*/ 0 h 953"/>
                    <a:gd name="T6" fmla="*/ 0 w 555"/>
                    <a:gd name="T7" fmla="*/ 1 h 953"/>
                    <a:gd name="T8" fmla="*/ 1 w 555"/>
                    <a:gd name="T9" fmla="*/ 1 h 953"/>
                    <a:gd name="T10" fmla="*/ 0 60000 65536"/>
                    <a:gd name="T11" fmla="*/ 0 60000 65536"/>
                    <a:gd name="T12" fmla="*/ 0 60000 65536"/>
                    <a:gd name="T13" fmla="*/ 0 60000 65536"/>
                    <a:gd name="T14" fmla="*/ 0 60000 65536"/>
                    <a:gd name="T15" fmla="*/ 0 w 555"/>
                    <a:gd name="T16" fmla="*/ 0 h 953"/>
                    <a:gd name="T17" fmla="*/ 555 w 555"/>
                    <a:gd name="T18" fmla="*/ 953 h 953"/>
                  </a:gdLst>
                  <a:ahLst/>
                  <a:cxnLst>
                    <a:cxn ang="T10">
                      <a:pos x="T0" y="T1"/>
                    </a:cxn>
                    <a:cxn ang="T11">
                      <a:pos x="T2" y="T3"/>
                    </a:cxn>
                    <a:cxn ang="T12">
                      <a:pos x="T4" y="T5"/>
                    </a:cxn>
                    <a:cxn ang="T13">
                      <a:pos x="T6" y="T7"/>
                    </a:cxn>
                    <a:cxn ang="T14">
                      <a:pos x="T8" y="T9"/>
                    </a:cxn>
                  </a:cxnLst>
                  <a:rect l="T15" t="T16" r="T17" b="T18"/>
                  <a:pathLst>
                    <a:path w="555" h="953">
                      <a:moveTo>
                        <a:pt x="379" y="953"/>
                      </a:moveTo>
                      <a:lnTo>
                        <a:pt x="555" y="680"/>
                      </a:lnTo>
                      <a:lnTo>
                        <a:pt x="96" y="0"/>
                      </a:lnTo>
                      <a:lnTo>
                        <a:pt x="0" y="144"/>
                      </a:lnTo>
                      <a:lnTo>
                        <a:pt x="379" y="953"/>
                      </a:lnTo>
                      <a:close/>
                    </a:path>
                  </a:pathLst>
                </a:custGeom>
                <a:solidFill>
                  <a:schemeClr val="accent1"/>
                </a:solidFill>
                <a:ln w="11113">
                  <a:solidFill>
                    <a:srgbClr val="000000"/>
                  </a:solidFill>
                  <a:round/>
                  <a:headEnd/>
                  <a:tailEnd/>
                </a:ln>
              </p:spPr>
              <p:txBody>
                <a:bodyPr/>
                <a:lstStyle/>
                <a:p>
                  <a:endParaRPr lang="en-US">
                    <a:solidFill>
                      <a:srgbClr val="212659"/>
                    </a:solidFill>
                    <a:latin typeface="Verdana" panose="020B0604030504040204" pitchFamily="34" charset="0"/>
                    <a:ea typeface="Verdana" panose="020B0604030504040204" pitchFamily="34" charset="0"/>
                    <a:cs typeface="Verdana" panose="020B0604030504040204" pitchFamily="34" charset="0"/>
                  </a:endParaRPr>
                </a:p>
              </p:txBody>
            </p:sp>
            <p:sp>
              <p:nvSpPr>
                <p:cNvPr id="13337" name="Freeform 1043" descr="White marble"/>
                <p:cNvSpPr>
                  <a:spLocks/>
                </p:cNvSpPr>
                <p:nvPr/>
              </p:nvSpPr>
              <p:spPr bwMode="auto">
                <a:xfrm>
                  <a:off x="4034" y="1933"/>
                  <a:ext cx="487" cy="72"/>
                </a:xfrm>
                <a:custGeom>
                  <a:avLst/>
                  <a:gdLst>
                    <a:gd name="T0" fmla="*/ 0 w 974"/>
                    <a:gd name="T1" fmla="*/ 1 h 144"/>
                    <a:gd name="T2" fmla="*/ 1 w 974"/>
                    <a:gd name="T3" fmla="*/ 1 h 144"/>
                    <a:gd name="T4" fmla="*/ 1 w 974"/>
                    <a:gd name="T5" fmla="*/ 0 h 144"/>
                    <a:gd name="T6" fmla="*/ 1 w 974"/>
                    <a:gd name="T7" fmla="*/ 0 h 144"/>
                    <a:gd name="T8" fmla="*/ 0 w 974"/>
                    <a:gd name="T9" fmla="*/ 1 h 144"/>
                    <a:gd name="T10" fmla="*/ 0 60000 65536"/>
                    <a:gd name="T11" fmla="*/ 0 60000 65536"/>
                    <a:gd name="T12" fmla="*/ 0 60000 65536"/>
                    <a:gd name="T13" fmla="*/ 0 60000 65536"/>
                    <a:gd name="T14" fmla="*/ 0 60000 65536"/>
                    <a:gd name="T15" fmla="*/ 0 w 974"/>
                    <a:gd name="T16" fmla="*/ 0 h 144"/>
                    <a:gd name="T17" fmla="*/ 974 w 974"/>
                    <a:gd name="T18" fmla="*/ 144 h 144"/>
                  </a:gdLst>
                  <a:ahLst/>
                  <a:cxnLst>
                    <a:cxn ang="T10">
                      <a:pos x="T0" y="T1"/>
                    </a:cxn>
                    <a:cxn ang="T11">
                      <a:pos x="T2" y="T3"/>
                    </a:cxn>
                    <a:cxn ang="T12">
                      <a:pos x="T4" y="T5"/>
                    </a:cxn>
                    <a:cxn ang="T13">
                      <a:pos x="T6" y="T7"/>
                    </a:cxn>
                    <a:cxn ang="T14">
                      <a:pos x="T8" y="T9"/>
                    </a:cxn>
                  </a:cxnLst>
                  <a:rect l="T15" t="T16" r="T17" b="T18"/>
                  <a:pathLst>
                    <a:path w="974" h="144">
                      <a:moveTo>
                        <a:pt x="0" y="144"/>
                      </a:moveTo>
                      <a:lnTo>
                        <a:pt x="878" y="144"/>
                      </a:lnTo>
                      <a:lnTo>
                        <a:pt x="974" y="0"/>
                      </a:lnTo>
                      <a:lnTo>
                        <a:pt x="304" y="0"/>
                      </a:lnTo>
                      <a:lnTo>
                        <a:pt x="0" y="144"/>
                      </a:lnTo>
                      <a:close/>
                    </a:path>
                  </a:pathLst>
                </a:custGeom>
                <a:solidFill>
                  <a:schemeClr val="accent1"/>
                </a:solidFill>
                <a:ln w="11113">
                  <a:solidFill>
                    <a:srgbClr val="000000"/>
                  </a:solidFill>
                  <a:round/>
                  <a:headEnd/>
                  <a:tailEnd/>
                </a:ln>
              </p:spPr>
              <p:txBody>
                <a:bodyPr/>
                <a:lstStyle/>
                <a:p>
                  <a:endParaRPr lang="en-US">
                    <a:solidFill>
                      <a:srgbClr val="212659"/>
                    </a:solidFill>
                    <a:latin typeface="Verdana" panose="020B0604030504040204" pitchFamily="34" charset="0"/>
                    <a:ea typeface="Verdana" panose="020B0604030504040204" pitchFamily="34" charset="0"/>
                    <a:cs typeface="Verdana" panose="020B0604030504040204" pitchFamily="34" charset="0"/>
                  </a:endParaRPr>
                </a:p>
              </p:txBody>
            </p:sp>
            <p:sp>
              <p:nvSpPr>
                <p:cNvPr id="13338" name="Freeform 1044" descr="White marble"/>
                <p:cNvSpPr>
                  <a:spLocks/>
                </p:cNvSpPr>
                <p:nvPr/>
              </p:nvSpPr>
              <p:spPr bwMode="auto">
                <a:xfrm>
                  <a:off x="3842" y="2005"/>
                  <a:ext cx="822" cy="406"/>
                </a:xfrm>
                <a:custGeom>
                  <a:avLst/>
                  <a:gdLst>
                    <a:gd name="T0" fmla="*/ 0 w 1643"/>
                    <a:gd name="T1" fmla="*/ 1 h 811"/>
                    <a:gd name="T2" fmla="*/ 1 w 1643"/>
                    <a:gd name="T3" fmla="*/ 1 h 811"/>
                    <a:gd name="T4" fmla="*/ 1 w 1643"/>
                    <a:gd name="T5" fmla="*/ 0 h 811"/>
                    <a:gd name="T6" fmla="*/ 1 w 1643"/>
                    <a:gd name="T7" fmla="*/ 0 h 811"/>
                    <a:gd name="T8" fmla="*/ 0 w 1643"/>
                    <a:gd name="T9" fmla="*/ 1 h 811"/>
                    <a:gd name="T10" fmla="*/ 0 60000 65536"/>
                    <a:gd name="T11" fmla="*/ 0 60000 65536"/>
                    <a:gd name="T12" fmla="*/ 0 60000 65536"/>
                    <a:gd name="T13" fmla="*/ 0 60000 65536"/>
                    <a:gd name="T14" fmla="*/ 0 60000 65536"/>
                    <a:gd name="T15" fmla="*/ 0 w 1643"/>
                    <a:gd name="T16" fmla="*/ 0 h 811"/>
                    <a:gd name="T17" fmla="*/ 1643 w 1643"/>
                    <a:gd name="T18" fmla="*/ 811 h 811"/>
                  </a:gdLst>
                  <a:ahLst/>
                  <a:cxnLst>
                    <a:cxn ang="T10">
                      <a:pos x="T0" y="T1"/>
                    </a:cxn>
                    <a:cxn ang="T11">
                      <a:pos x="T2" y="T3"/>
                    </a:cxn>
                    <a:cxn ang="T12">
                      <a:pos x="T4" y="T5"/>
                    </a:cxn>
                    <a:cxn ang="T13">
                      <a:pos x="T6" y="T7"/>
                    </a:cxn>
                    <a:cxn ang="T14">
                      <a:pos x="T8" y="T9"/>
                    </a:cxn>
                  </a:cxnLst>
                  <a:rect l="T15" t="T16" r="T17" b="T18"/>
                  <a:pathLst>
                    <a:path w="1643" h="811">
                      <a:moveTo>
                        <a:pt x="0" y="811"/>
                      </a:moveTo>
                      <a:lnTo>
                        <a:pt x="1643" y="811"/>
                      </a:lnTo>
                      <a:lnTo>
                        <a:pt x="1262" y="0"/>
                      </a:lnTo>
                      <a:lnTo>
                        <a:pt x="383" y="0"/>
                      </a:lnTo>
                      <a:lnTo>
                        <a:pt x="0" y="811"/>
                      </a:lnTo>
                      <a:close/>
                    </a:path>
                  </a:pathLst>
                </a:custGeom>
                <a:solidFill>
                  <a:schemeClr val="accent1"/>
                </a:solidFill>
                <a:ln w="11113">
                  <a:solidFill>
                    <a:srgbClr val="000000"/>
                  </a:solidFill>
                  <a:round/>
                  <a:headEnd/>
                  <a:tailEnd/>
                </a:ln>
              </p:spPr>
              <p:txBody>
                <a:bodyPr/>
                <a:lstStyle/>
                <a:p>
                  <a:endParaRPr lang="en-US">
                    <a:solidFill>
                      <a:srgbClr val="212659"/>
                    </a:solidFill>
                    <a:latin typeface="Verdana" panose="020B0604030504040204" pitchFamily="34" charset="0"/>
                    <a:ea typeface="Verdana" panose="020B0604030504040204" pitchFamily="34" charset="0"/>
                    <a:cs typeface="Verdana" panose="020B0604030504040204" pitchFamily="34" charset="0"/>
                  </a:endParaRPr>
                </a:p>
              </p:txBody>
            </p:sp>
          </p:grpSp>
          <p:grpSp>
            <p:nvGrpSpPr>
              <p:cNvPr id="13323" name="Group 1045"/>
              <p:cNvGrpSpPr>
                <a:grpSpLocks/>
              </p:cNvGrpSpPr>
              <p:nvPr/>
            </p:nvGrpSpPr>
            <p:grpSpPr bwMode="auto">
              <a:xfrm>
                <a:off x="4063" y="1539"/>
                <a:ext cx="424" cy="404"/>
                <a:chOff x="4063" y="1539"/>
                <a:chExt cx="424" cy="404"/>
              </a:xfrm>
            </p:grpSpPr>
            <p:sp>
              <p:nvSpPr>
                <p:cNvPr id="13334" name="Freeform 1046" descr="White marble"/>
                <p:cNvSpPr>
                  <a:spLocks/>
                </p:cNvSpPr>
                <p:nvPr/>
              </p:nvSpPr>
              <p:spPr bwMode="auto">
                <a:xfrm>
                  <a:off x="4253" y="1539"/>
                  <a:ext cx="234" cy="404"/>
                </a:xfrm>
                <a:custGeom>
                  <a:avLst/>
                  <a:gdLst>
                    <a:gd name="T0" fmla="*/ 0 w 469"/>
                    <a:gd name="T1" fmla="*/ 1 h 808"/>
                    <a:gd name="T2" fmla="*/ 0 w 469"/>
                    <a:gd name="T3" fmla="*/ 1 h 808"/>
                    <a:gd name="T4" fmla="*/ 0 w 469"/>
                    <a:gd name="T5" fmla="*/ 0 h 808"/>
                    <a:gd name="T6" fmla="*/ 0 w 469"/>
                    <a:gd name="T7" fmla="*/ 1 h 808"/>
                    <a:gd name="T8" fmla="*/ 0 60000 65536"/>
                    <a:gd name="T9" fmla="*/ 0 60000 65536"/>
                    <a:gd name="T10" fmla="*/ 0 60000 65536"/>
                    <a:gd name="T11" fmla="*/ 0 60000 65536"/>
                    <a:gd name="T12" fmla="*/ 0 w 469"/>
                    <a:gd name="T13" fmla="*/ 0 h 808"/>
                    <a:gd name="T14" fmla="*/ 469 w 469"/>
                    <a:gd name="T15" fmla="*/ 808 h 808"/>
                  </a:gdLst>
                  <a:ahLst/>
                  <a:cxnLst>
                    <a:cxn ang="T8">
                      <a:pos x="T0" y="T1"/>
                    </a:cxn>
                    <a:cxn ang="T9">
                      <a:pos x="T2" y="T3"/>
                    </a:cxn>
                    <a:cxn ang="T10">
                      <a:pos x="T4" y="T5"/>
                    </a:cxn>
                    <a:cxn ang="T11">
                      <a:pos x="T6" y="T7"/>
                    </a:cxn>
                  </a:cxnLst>
                  <a:rect l="T12" t="T13" r="T14" b="T15"/>
                  <a:pathLst>
                    <a:path w="469" h="808">
                      <a:moveTo>
                        <a:pt x="381" y="808"/>
                      </a:moveTo>
                      <a:lnTo>
                        <a:pt x="469" y="682"/>
                      </a:lnTo>
                      <a:lnTo>
                        <a:pt x="0" y="0"/>
                      </a:lnTo>
                      <a:lnTo>
                        <a:pt x="381" y="808"/>
                      </a:lnTo>
                      <a:close/>
                    </a:path>
                  </a:pathLst>
                </a:custGeom>
                <a:solidFill>
                  <a:schemeClr val="tx2"/>
                </a:solidFill>
                <a:ln w="11113">
                  <a:solidFill>
                    <a:srgbClr val="000000"/>
                  </a:solidFill>
                  <a:round/>
                  <a:headEnd/>
                  <a:tailEnd/>
                </a:ln>
              </p:spPr>
              <p:txBody>
                <a:bodyPr/>
                <a:lstStyle/>
                <a:p>
                  <a:endParaRPr lang="en-US">
                    <a:solidFill>
                      <a:srgbClr val="212659"/>
                    </a:solidFill>
                    <a:latin typeface="Verdana" panose="020B0604030504040204" pitchFamily="34" charset="0"/>
                    <a:ea typeface="Verdana" panose="020B0604030504040204" pitchFamily="34" charset="0"/>
                    <a:cs typeface="Verdana" panose="020B0604030504040204" pitchFamily="34" charset="0"/>
                  </a:endParaRPr>
                </a:p>
              </p:txBody>
            </p:sp>
            <p:sp>
              <p:nvSpPr>
                <p:cNvPr id="13335" name="Freeform 1047" descr="White marble"/>
                <p:cNvSpPr>
                  <a:spLocks/>
                </p:cNvSpPr>
                <p:nvPr/>
              </p:nvSpPr>
              <p:spPr bwMode="auto">
                <a:xfrm>
                  <a:off x="4063" y="1539"/>
                  <a:ext cx="381" cy="404"/>
                </a:xfrm>
                <a:custGeom>
                  <a:avLst/>
                  <a:gdLst>
                    <a:gd name="T0" fmla="*/ 0 w 762"/>
                    <a:gd name="T1" fmla="*/ 1 h 808"/>
                    <a:gd name="T2" fmla="*/ 1 w 762"/>
                    <a:gd name="T3" fmla="*/ 1 h 808"/>
                    <a:gd name="T4" fmla="*/ 1 w 762"/>
                    <a:gd name="T5" fmla="*/ 0 h 808"/>
                    <a:gd name="T6" fmla="*/ 0 w 762"/>
                    <a:gd name="T7" fmla="*/ 1 h 808"/>
                    <a:gd name="T8" fmla="*/ 0 60000 65536"/>
                    <a:gd name="T9" fmla="*/ 0 60000 65536"/>
                    <a:gd name="T10" fmla="*/ 0 60000 65536"/>
                    <a:gd name="T11" fmla="*/ 0 60000 65536"/>
                    <a:gd name="T12" fmla="*/ 0 w 762"/>
                    <a:gd name="T13" fmla="*/ 0 h 808"/>
                    <a:gd name="T14" fmla="*/ 762 w 762"/>
                    <a:gd name="T15" fmla="*/ 808 h 808"/>
                  </a:gdLst>
                  <a:ahLst/>
                  <a:cxnLst>
                    <a:cxn ang="T8">
                      <a:pos x="T0" y="T1"/>
                    </a:cxn>
                    <a:cxn ang="T9">
                      <a:pos x="T2" y="T3"/>
                    </a:cxn>
                    <a:cxn ang="T10">
                      <a:pos x="T4" y="T5"/>
                    </a:cxn>
                    <a:cxn ang="T11">
                      <a:pos x="T6" y="T7"/>
                    </a:cxn>
                  </a:cxnLst>
                  <a:rect l="T12" t="T13" r="T14" b="T15"/>
                  <a:pathLst>
                    <a:path w="762" h="808">
                      <a:moveTo>
                        <a:pt x="0" y="808"/>
                      </a:moveTo>
                      <a:lnTo>
                        <a:pt x="762" y="808"/>
                      </a:lnTo>
                      <a:lnTo>
                        <a:pt x="381" y="0"/>
                      </a:lnTo>
                      <a:lnTo>
                        <a:pt x="0" y="808"/>
                      </a:lnTo>
                      <a:close/>
                    </a:path>
                  </a:pathLst>
                </a:custGeom>
                <a:solidFill>
                  <a:schemeClr val="tx2"/>
                </a:solidFill>
                <a:ln w="11113">
                  <a:solidFill>
                    <a:srgbClr val="000000"/>
                  </a:solidFill>
                  <a:round/>
                  <a:headEnd/>
                  <a:tailEnd/>
                </a:ln>
              </p:spPr>
              <p:txBody>
                <a:bodyPr/>
                <a:lstStyle/>
                <a:p>
                  <a:endParaRPr lang="en-US">
                    <a:solidFill>
                      <a:srgbClr val="212659"/>
                    </a:solidFill>
                    <a:latin typeface="Verdana" panose="020B0604030504040204" pitchFamily="34" charset="0"/>
                    <a:ea typeface="Verdana" panose="020B0604030504040204" pitchFamily="34" charset="0"/>
                    <a:cs typeface="Verdana" panose="020B0604030504040204" pitchFamily="34" charset="0"/>
                  </a:endParaRPr>
                </a:p>
              </p:txBody>
            </p:sp>
          </p:grpSp>
          <p:sp>
            <p:nvSpPr>
              <p:cNvPr id="13324" name="Rectangle 1048"/>
              <p:cNvSpPr>
                <a:spLocks noChangeArrowheads="1"/>
              </p:cNvSpPr>
              <p:nvPr/>
            </p:nvSpPr>
            <p:spPr bwMode="auto">
              <a:xfrm>
                <a:off x="683" y="3306"/>
                <a:ext cx="2050" cy="5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a:spcBef>
                    <a:spcPct val="20000"/>
                  </a:spcBef>
                  <a:buFont typeface="Arial" panose="020B0604020202020204" pitchFamily="34" charset="0"/>
                  <a:buChar char="•"/>
                  <a:defRPr sz="3200">
                    <a:solidFill>
                      <a:srgbClr val="262626"/>
                    </a:solidFill>
                    <a:latin typeface="Calibri" panose="020F0502020204030204" pitchFamily="34" charset="0"/>
                    <a:ea typeface="Calibri" panose="020F0502020204030204" pitchFamily="34" charset="0"/>
                    <a:cs typeface="Calibri" panose="020F0502020204030204" pitchFamily="34" charset="0"/>
                  </a:defRPr>
                </a:lvl1pPr>
                <a:lvl2pPr marL="742950" indent="-28575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2pPr>
                <a:lvl3pPr marL="1143000" indent="-22860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3pPr>
                <a:lvl4pPr marL="1600200" indent="-22860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4pPr>
                <a:lvl5pPr marL="2057400" indent="-22860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9pPr>
              </a:lstStyle>
              <a:p>
                <a:pPr algn="r">
                  <a:spcBef>
                    <a:spcPct val="50000"/>
                  </a:spcBef>
                  <a:buFontTx/>
                  <a:buNone/>
                </a:pPr>
                <a:r>
                  <a:rPr lang="en-US" altLang="en-US" sz="2000" b="1" dirty="0">
                    <a:solidFill>
                      <a:srgbClr val="212659"/>
                    </a:solidFill>
                    <a:latin typeface="Verdana" panose="020B0604030504040204" pitchFamily="34" charset="0"/>
                    <a:ea typeface="Verdana" panose="020B0604030504040204" pitchFamily="34" charset="0"/>
                    <a:cs typeface="Verdana" panose="020B0604030504040204" pitchFamily="34" charset="0"/>
                  </a:rPr>
                  <a:t>Concrete Product Offering</a:t>
                </a:r>
              </a:p>
            </p:txBody>
          </p:sp>
          <p:sp>
            <p:nvSpPr>
              <p:cNvPr id="13325" name="Rectangle 1049"/>
              <p:cNvSpPr>
                <a:spLocks noChangeArrowheads="1"/>
              </p:cNvSpPr>
              <p:nvPr/>
            </p:nvSpPr>
            <p:spPr bwMode="auto">
              <a:xfrm>
                <a:off x="731" y="2442"/>
                <a:ext cx="2002" cy="3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a:spcBef>
                    <a:spcPct val="20000"/>
                  </a:spcBef>
                  <a:buFont typeface="Arial" panose="020B0604020202020204" pitchFamily="34" charset="0"/>
                  <a:buChar char="•"/>
                  <a:defRPr sz="3200">
                    <a:solidFill>
                      <a:srgbClr val="262626"/>
                    </a:solidFill>
                    <a:latin typeface="Calibri" panose="020F0502020204030204" pitchFamily="34" charset="0"/>
                    <a:ea typeface="Calibri" panose="020F0502020204030204" pitchFamily="34" charset="0"/>
                    <a:cs typeface="Calibri" panose="020F0502020204030204" pitchFamily="34" charset="0"/>
                  </a:defRPr>
                </a:lvl1pPr>
                <a:lvl2pPr marL="742950" indent="-28575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2pPr>
                <a:lvl3pPr marL="1143000" indent="-22860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3pPr>
                <a:lvl4pPr marL="1600200" indent="-22860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4pPr>
                <a:lvl5pPr marL="2057400" indent="-22860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9pPr>
              </a:lstStyle>
              <a:p>
                <a:pPr algn="r">
                  <a:spcBef>
                    <a:spcPct val="50000"/>
                  </a:spcBef>
                  <a:buFontTx/>
                  <a:buNone/>
                </a:pPr>
                <a:r>
                  <a:rPr lang="en-US" altLang="en-US" sz="2000" b="1" dirty="0">
                    <a:solidFill>
                      <a:srgbClr val="212659"/>
                    </a:solidFill>
                    <a:latin typeface="Verdana" panose="020B0604030504040204" pitchFamily="34" charset="0"/>
                    <a:ea typeface="Verdana" panose="020B0604030504040204" pitchFamily="34" charset="0"/>
                    <a:cs typeface="Verdana" panose="020B0604030504040204" pitchFamily="34" charset="0"/>
                  </a:rPr>
                  <a:t>Functional Benefits</a:t>
                </a:r>
              </a:p>
            </p:txBody>
          </p:sp>
          <p:sp>
            <p:nvSpPr>
              <p:cNvPr id="13326" name="Rectangle 1050"/>
              <p:cNvSpPr>
                <a:spLocks noChangeArrowheads="1"/>
              </p:cNvSpPr>
              <p:nvPr/>
            </p:nvSpPr>
            <p:spPr bwMode="auto">
              <a:xfrm>
                <a:off x="910" y="1586"/>
                <a:ext cx="1822" cy="3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a:spcBef>
                    <a:spcPct val="20000"/>
                  </a:spcBef>
                  <a:buFont typeface="Arial" panose="020B0604020202020204" pitchFamily="34" charset="0"/>
                  <a:buChar char="•"/>
                  <a:defRPr sz="3200">
                    <a:solidFill>
                      <a:srgbClr val="262626"/>
                    </a:solidFill>
                    <a:latin typeface="Calibri" panose="020F0502020204030204" pitchFamily="34" charset="0"/>
                    <a:ea typeface="Calibri" panose="020F0502020204030204" pitchFamily="34" charset="0"/>
                    <a:cs typeface="Calibri" panose="020F0502020204030204" pitchFamily="34" charset="0"/>
                  </a:defRPr>
                </a:lvl1pPr>
                <a:lvl2pPr marL="742950" indent="-28575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2pPr>
                <a:lvl3pPr marL="1143000" indent="-22860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3pPr>
                <a:lvl4pPr marL="1600200" indent="-22860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4pPr>
                <a:lvl5pPr marL="2057400" indent="-22860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9pPr>
              </a:lstStyle>
              <a:p>
                <a:pPr algn="r">
                  <a:spcBef>
                    <a:spcPct val="50000"/>
                  </a:spcBef>
                  <a:buFontTx/>
                  <a:buNone/>
                </a:pPr>
                <a:r>
                  <a:rPr lang="en-US" altLang="en-US" sz="2000" b="1" dirty="0">
                    <a:solidFill>
                      <a:srgbClr val="212659"/>
                    </a:solidFill>
                    <a:latin typeface="Verdana" panose="020B0604030504040204" pitchFamily="34" charset="0"/>
                    <a:ea typeface="Verdana" panose="020B0604030504040204" pitchFamily="34" charset="0"/>
                    <a:cs typeface="Verdana" panose="020B0604030504040204" pitchFamily="34" charset="0"/>
                  </a:rPr>
                  <a:t>Personal Values</a:t>
                </a:r>
              </a:p>
            </p:txBody>
          </p:sp>
          <p:sp>
            <p:nvSpPr>
              <p:cNvPr id="13327" name="Line 1051"/>
              <p:cNvSpPr>
                <a:spLocks noChangeShapeType="1"/>
              </p:cNvSpPr>
              <p:nvPr/>
            </p:nvSpPr>
            <p:spPr bwMode="auto">
              <a:xfrm>
                <a:off x="2736" y="3545"/>
                <a:ext cx="376" cy="1"/>
              </a:xfrm>
              <a:prstGeom prst="line">
                <a:avLst/>
              </a:prstGeom>
              <a:noFill/>
              <a:ln w="25400">
                <a:solidFill>
                  <a:srgbClr val="212659"/>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solidFill>
                    <a:srgbClr val="212659"/>
                  </a:solidFill>
                  <a:latin typeface="Verdana" panose="020B0604030504040204" pitchFamily="34" charset="0"/>
                  <a:ea typeface="Verdana" panose="020B0604030504040204" pitchFamily="34" charset="0"/>
                  <a:cs typeface="Verdana" panose="020B0604030504040204" pitchFamily="34" charset="0"/>
                </a:endParaRPr>
              </a:p>
            </p:txBody>
          </p:sp>
          <p:sp>
            <p:nvSpPr>
              <p:cNvPr id="13328" name="Line 1052"/>
              <p:cNvSpPr>
                <a:spLocks noChangeShapeType="1"/>
              </p:cNvSpPr>
              <p:nvPr/>
            </p:nvSpPr>
            <p:spPr bwMode="auto">
              <a:xfrm>
                <a:off x="2745" y="2585"/>
                <a:ext cx="847" cy="1"/>
              </a:xfrm>
              <a:prstGeom prst="line">
                <a:avLst/>
              </a:prstGeom>
              <a:noFill/>
              <a:ln w="25400">
                <a:solidFill>
                  <a:srgbClr val="212659"/>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solidFill>
                    <a:srgbClr val="212659"/>
                  </a:solidFill>
                  <a:latin typeface="Verdana" panose="020B0604030504040204" pitchFamily="34" charset="0"/>
                  <a:ea typeface="Verdana" panose="020B0604030504040204" pitchFamily="34" charset="0"/>
                  <a:cs typeface="Verdana" panose="020B0604030504040204" pitchFamily="34" charset="0"/>
                </a:endParaRPr>
              </a:p>
            </p:txBody>
          </p:sp>
          <p:sp>
            <p:nvSpPr>
              <p:cNvPr id="13329" name="Line 1053"/>
              <p:cNvSpPr>
                <a:spLocks noChangeShapeType="1"/>
              </p:cNvSpPr>
              <p:nvPr/>
            </p:nvSpPr>
            <p:spPr bwMode="auto">
              <a:xfrm>
                <a:off x="2736" y="1769"/>
                <a:ext cx="1183" cy="1"/>
              </a:xfrm>
              <a:prstGeom prst="line">
                <a:avLst/>
              </a:prstGeom>
              <a:noFill/>
              <a:ln w="25400">
                <a:solidFill>
                  <a:srgbClr val="212659"/>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solidFill>
                    <a:srgbClr val="212659"/>
                  </a:solidFill>
                  <a:latin typeface="Verdana" panose="020B0604030504040204" pitchFamily="34" charset="0"/>
                  <a:ea typeface="Verdana" panose="020B0604030504040204" pitchFamily="34" charset="0"/>
                  <a:cs typeface="Verdana" panose="020B0604030504040204" pitchFamily="34" charset="0"/>
                </a:endParaRPr>
              </a:p>
            </p:txBody>
          </p:sp>
          <p:sp>
            <p:nvSpPr>
              <p:cNvPr id="13330" name="Rectangle 1054"/>
              <p:cNvSpPr>
                <a:spLocks noChangeArrowheads="1"/>
              </p:cNvSpPr>
              <p:nvPr/>
            </p:nvSpPr>
            <p:spPr bwMode="auto">
              <a:xfrm>
                <a:off x="480" y="2011"/>
                <a:ext cx="2112" cy="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a:spcBef>
                    <a:spcPct val="20000"/>
                  </a:spcBef>
                  <a:buFont typeface="Arial" panose="020B0604020202020204" pitchFamily="34" charset="0"/>
                  <a:buChar char="•"/>
                  <a:defRPr sz="3200">
                    <a:solidFill>
                      <a:srgbClr val="262626"/>
                    </a:solidFill>
                    <a:latin typeface="Calibri" panose="020F0502020204030204" pitchFamily="34" charset="0"/>
                    <a:ea typeface="Calibri" panose="020F0502020204030204" pitchFamily="34" charset="0"/>
                    <a:cs typeface="Calibri" panose="020F0502020204030204" pitchFamily="34" charset="0"/>
                  </a:defRPr>
                </a:lvl1pPr>
                <a:lvl2pPr marL="742950" indent="-28575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2pPr>
                <a:lvl3pPr marL="1143000" indent="-22860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3pPr>
                <a:lvl4pPr marL="1600200" indent="-22860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4pPr>
                <a:lvl5pPr marL="2057400" indent="-22860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9pPr>
              </a:lstStyle>
              <a:p>
                <a:pPr algn="ctr">
                  <a:spcBef>
                    <a:spcPct val="50000"/>
                  </a:spcBef>
                  <a:buFontTx/>
                  <a:buNone/>
                </a:pPr>
                <a:endParaRPr lang="en-US" altLang="en-US" sz="2400">
                  <a:solidFill>
                    <a:srgbClr val="212659"/>
                  </a:solidFill>
                  <a:latin typeface="Verdana" panose="020B0604030504040204" pitchFamily="34" charset="0"/>
                  <a:ea typeface="Verdana" panose="020B0604030504040204" pitchFamily="34" charset="0"/>
                  <a:cs typeface="Verdana" panose="020B0604030504040204" pitchFamily="34" charset="0"/>
                </a:endParaRPr>
              </a:p>
            </p:txBody>
          </p:sp>
          <p:sp>
            <p:nvSpPr>
              <p:cNvPr id="13331" name="Line 1055"/>
              <p:cNvSpPr>
                <a:spLocks noChangeShapeType="1"/>
              </p:cNvSpPr>
              <p:nvPr/>
            </p:nvSpPr>
            <p:spPr bwMode="auto">
              <a:xfrm>
                <a:off x="2736" y="2153"/>
                <a:ext cx="1008" cy="1"/>
              </a:xfrm>
              <a:prstGeom prst="line">
                <a:avLst/>
              </a:prstGeom>
              <a:noFill/>
              <a:ln w="25400">
                <a:solidFill>
                  <a:srgbClr val="212659"/>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solidFill>
                    <a:srgbClr val="212659"/>
                  </a:solidFill>
                  <a:latin typeface="Verdana" panose="020B0604030504040204" pitchFamily="34" charset="0"/>
                  <a:ea typeface="Verdana" panose="020B0604030504040204" pitchFamily="34" charset="0"/>
                  <a:cs typeface="Verdana" panose="020B0604030504040204" pitchFamily="34" charset="0"/>
                </a:endParaRPr>
              </a:p>
            </p:txBody>
          </p:sp>
          <p:sp>
            <p:nvSpPr>
              <p:cNvPr id="13332" name="Rectangle 1056"/>
              <p:cNvSpPr>
                <a:spLocks noChangeArrowheads="1"/>
              </p:cNvSpPr>
              <p:nvPr/>
            </p:nvSpPr>
            <p:spPr bwMode="auto">
              <a:xfrm>
                <a:off x="682" y="2875"/>
                <a:ext cx="2051" cy="3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a:spcBef>
                    <a:spcPct val="20000"/>
                  </a:spcBef>
                  <a:buFont typeface="Arial" panose="020B0604020202020204" pitchFamily="34" charset="0"/>
                  <a:buChar char="•"/>
                  <a:defRPr sz="3200">
                    <a:solidFill>
                      <a:srgbClr val="262626"/>
                    </a:solidFill>
                    <a:latin typeface="Calibri" panose="020F0502020204030204" pitchFamily="34" charset="0"/>
                    <a:ea typeface="Calibri" panose="020F0502020204030204" pitchFamily="34" charset="0"/>
                    <a:cs typeface="Calibri" panose="020F0502020204030204" pitchFamily="34" charset="0"/>
                  </a:defRPr>
                </a:lvl1pPr>
                <a:lvl2pPr marL="742950" indent="-28575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2pPr>
                <a:lvl3pPr marL="1143000" indent="-22860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3pPr>
                <a:lvl4pPr marL="1600200" indent="-22860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4pPr>
                <a:lvl5pPr marL="2057400" indent="-22860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9pPr>
              </a:lstStyle>
              <a:p>
                <a:pPr algn="r">
                  <a:spcBef>
                    <a:spcPct val="50000"/>
                  </a:spcBef>
                  <a:buFontTx/>
                  <a:buNone/>
                </a:pPr>
                <a:r>
                  <a:rPr lang="en-US" altLang="en-US" sz="2000" b="1" dirty="0">
                    <a:solidFill>
                      <a:srgbClr val="212659"/>
                    </a:solidFill>
                    <a:latin typeface="Verdana" panose="020B0604030504040204" pitchFamily="34" charset="0"/>
                    <a:ea typeface="Verdana" panose="020B0604030504040204" pitchFamily="34" charset="0"/>
                    <a:cs typeface="Verdana" panose="020B0604030504040204" pitchFamily="34" charset="0"/>
                  </a:rPr>
                  <a:t>Product Features</a:t>
                </a:r>
              </a:p>
            </p:txBody>
          </p:sp>
          <p:sp>
            <p:nvSpPr>
              <p:cNvPr id="13333" name="Line 1057"/>
              <p:cNvSpPr>
                <a:spLocks noChangeShapeType="1"/>
              </p:cNvSpPr>
              <p:nvPr/>
            </p:nvSpPr>
            <p:spPr bwMode="auto">
              <a:xfrm>
                <a:off x="2736" y="3065"/>
                <a:ext cx="607" cy="1"/>
              </a:xfrm>
              <a:prstGeom prst="line">
                <a:avLst/>
              </a:prstGeom>
              <a:noFill/>
              <a:ln w="25400">
                <a:solidFill>
                  <a:srgbClr val="212659"/>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solidFill>
                    <a:srgbClr val="212659"/>
                  </a:solidFill>
                  <a:latin typeface="Verdana" panose="020B0604030504040204" pitchFamily="34" charset="0"/>
                  <a:ea typeface="Verdana" panose="020B0604030504040204" pitchFamily="34" charset="0"/>
                  <a:cs typeface="Verdana" panose="020B0604030504040204" pitchFamily="34" charset="0"/>
                </a:endParaRPr>
              </a:p>
            </p:txBody>
          </p:sp>
        </p:grpSp>
        <p:sp>
          <p:nvSpPr>
            <p:cNvPr id="13318" name="Text Box 1062"/>
            <p:cNvSpPr txBox="1">
              <a:spLocks noChangeArrowheads="1"/>
            </p:cNvSpPr>
            <p:nvPr/>
          </p:nvSpPr>
          <p:spPr bwMode="auto">
            <a:xfrm>
              <a:off x="1657708" y="2922917"/>
              <a:ext cx="342900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rgbClr val="262626"/>
                  </a:solidFill>
                  <a:latin typeface="Calibri" panose="020F0502020204030204" pitchFamily="34" charset="0"/>
                  <a:ea typeface="Calibri" panose="020F0502020204030204" pitchFamily="34" charset="0"/>
                  <a:cs typeface="Calibri" panose="020F0502020204030204" pitchFamily="34" charset="0"/>
                </a:defRPr>
              </a:lvl1pPr>
              <a:lvl2pPr marL="742950" indent="-28575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2pPr>
              <a:lvl3pPr marL="1143000" indent="-22860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3pPr>
              <a:lvl4pPr marL="1600200" indent="-22860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4pPr>
              <a:lvl5pPr marL="2057400" indent="-22860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9pPr>
            </a:lstStyle>
            <a:p>
              <a:pPr algn="r" eaLnBrk="1" hangingPunct="1">
                <a:spcBef>
                  <a:spcPct val="50000"/>
                </a:spcBef>
                <a:buFontTx/>
                <a:buNone/>
              </a:pPr>
              <a:r>
                <a:rPr lang="en-US" altLang="en-US" sz="2000" b="1" dirty="0">
                  <a:solidFill>
                    <a:srgbClr val="212659"/>
                  </a:solidFill>
                  <a:latin typeface="Verdana" panose="020B0604030504040204" pitchFamily="34" charset="0"/>
                  <a:ea typeface="Verdana" panose="020B0604030504040204" pitchFamily="34" charset="0"/>
                  <a:cs typeface="Verdana" panose="020B0604030504040204" pitchFamily="34" charset="0"/>
                </a:rPr>
                <a:t>Psychological Benefits</a:t>
              </a:r>
            </a:p>
          </p:txBody>
        </p:sp>
      </p:grpSp>
      <p:pic>
        <p:nvPicPr>
          <p:cNvPr id="2050" name="Picture 2" descr="Pyramid tiers from top to bottom: self-fulfillment needs, psychological needs, and basic needs. "/>
          <p:cNvPicPr>
            <a:picLocks noGrp="1" noChangeAspect="1" noChangeArrowheads="1"/>
          </p:cNvPicPr>
          <p:nvPr>
            <p:ph idx="1"/>
          </p:nvPr>
        </p:nvPicPr>
        <p:blipFill>
          <a:blip r:embed="rId3">
            <a:extLst>
              <a:ext uri="{28A0092B-C50C-407E-A947-70E740481C1C}">
                <a14:useLocalDpi xmlns:a14="http://schemas.microsoft.com/office/drawing/2010/main" val="0"/>
              </a:ext>
            </a:extLst>
          </a:blip>
          <a:stretch>
            <a:fillRect/>
          </a:stretch>
        </p:blipFill>
        <p:spPr bwMode="auto">
          <a:xfrm>
            <a:off x="8691045" y="1656258"/>
            <a:ext cx="3121167" cy="2314335"/>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Image of Kraft singles package. "/>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851196" y="4399891"/>
            <a:ext cx="1478391" cy="1478391"/>
          </a:xfrm>
          <a:prstGeom prst="rect">
            <a:avLst/>
          </a:prstGeom>
        </p:spPr>
      </p:pic>
    </p:spTree>
    <p:extLst>
      <p:ext uri="{BB962C8B-B14F-4D97-AF65-F5344CB8AC3E}">
        <p14:creationId xmlns:p14="http://schemas.microsoft.com/office/powerpoint/2010/main" val="2858437352"/>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dirty="0"/>
              <a:t>Focus on Consumer, not Yourself</a:t>
            </a:r>
          </a:p>
        </p:txBody>
      </p:sp>
      <p:pic>
        <p:nvPicPr>
          <p:cNvPr id="4" name="Content Placeholder 3" descr="Series of logos that have been altered to mimic COVID-19 social distancing requirements. Logos include McDonald's arches that are separated, Audi's rings that are separated with text that says &quot;Keep Your Distance&quot;, Volkswagen's V and W that are separated with text that says &quot;Thanks for keeping your distance&quot;, and the Coca-Cola logo's letters that have increased kerning with text &quot;Staying apart is the best way to stay united&quot;."/>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021119" y="1352860"/>
            <a:ext cx="5959780" cy="4469835"/>
          </a:xfr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1048602621"/>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Talk is Cheap, Take Action</a:t>
            </a:r>
          </a:p>
        </p:txBody>
      </p:sp>
      <p:pic>
        <p:nvPicPr>
          <p:cNvPr id="3074" name="Picture 2" descr="Image of the front and back of a woman who is wearing a powered air-purifying respirator that was developed in a partnership between Ford and 3M. "/>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29738" y="1589045"/>
            <a:ext cx="7010400" cy="3943350"/>
          </a:xfrm>
          <a:prstGeom prst="rect">
            <a:avLst/>
          </a:prstGeom>
          <a:noFill/>
          <a:effectLst>
            <a:outerShdw blurRad="63500" sx="102000" sy="102000" algn="ctr"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3076" name="Picture 4" descr="Unilever logo"/>
          <p:cNvPicPr>
            <a:picLocks noChangeAspect="1" noChangeArrowheads="1"/>
          </p:cNvPicPr>
          <p:nvPr/>
        </p:nvPicPr>
        <p:blipFill rotWithShape="1">
          <a:blip r:embed="rId3">
            <a:extLst>
              <a:ext uri="{28A0092B-C50C-407E-A947-70E740481C1C}">
                <a14:useLocalDpi xmlns:a14="http://schemas.microsoft.com/office/drawing/2010/main" val="0"/>
              </a:ext>
            </a:extLst>
          </a:blip>
          <a:srcRect l="24667" r="27859"/>
          <a:stretch/>
        </p:blipFill>
        <p:spPr bwMode="auto">
          <a:xfrm>
            <a:off x="8046720" y="1498005"/>
            <a:ext cx="3491997" cy="38433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0044407"/>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Make Employees the Heroes</a:t>
            </a:r>
            <a:endParaRPr lang="en-US" dirty="0"/>
          </a:p>
        </p:txBody>
      </p:sp>
      <p:pic>
        <p:nvPicPr>
          <p:cNvPr id="4098" name="Picture 2" descr="Dove Logo"/>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8297" y="2032645"/>
            <a:ext cx="4973378" cy="1288105"/>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916897" y="3932960"/>
            <a:ext cx="4973378" cy="584775"/>
          </a:xfrm>
          <a:prstGeom prst="rect">
            <a:avLst/>
          </a:prstGeom>
          <a:noFill/>
        </p:spPr>
        <p:txBody>
          <a:bodyPr wrap="square" rtlCol="0">
            <a:spAutoFit/>
          </a:bodyPr>
          <a:lstStyle/>
          <a:p>
            <a:r>
              <a:rPr lang="en-US" sz="3200" dirty="0">
                <a:solidFill>
                  <a:srgbClr val="212659"/>
                </a:solidFill>
              </a:rPr>
              <a:t>“Courage is Beautiful”</a:t>
            </a:r>
          </a:p>
        </p:txBody>
      </p:sp>
      <p:pic>
        <p:nvPicPr>
          <p:cNvPr id="4" name="Content Placeholder 3" descr="Image from the Dove &quot;Courage is Beautiful&quot; ad campaign, showing a close-up image of an actual frontline healthcare worker that has red marks on their face from wearing a respirator mask and face shield. "/>
          <p:cNvPicPr>
            <a:picLocks noGrp="1" noChangeAspect="1"/>
          </p:cNvPicPr>
          <p:nvPr>
            <p:ph idx="1"/>
          </p:nvPr>
        </p:nvPicPr>
        <p:blipFill rotWithShape="1">
          <a:blip r:embed="rId3">
            <a:extLst>
              <a:ext uri="{28A0092B-C50C-407E-A947-70E740481C1C}">
                <a14:useLocalDpi xmlns:a14="http://schemas.microsoft.com/office/drawing/2010/main" val="0"/>
              </a:ext>
            </a:extLst>
          </a:blip>
          <a:srcRect l="19441" r="18752"/>
          <a:stretch/>
        </p:blipFill>
        <p:spPr>
          <a:xfrm>
            <a:off x="6233160" y="2032645"/>
            <a:ext cx="4264430" cy="3449782"/>
          </a:xfr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3538777396"/>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Pandemic Effects Going Forward</a:t>
            </a:r>
            <a:endParaRPr lang="en-US" dirty="0"/>
          </a:p>
        </p:txBody>
      </p:sp>
      <p:sp>
        <p:nvSpPr>
          <p:cNvPr id="3" name="Content Placeholder 2"/>
          <p:cNvSpPr>
            <a:spLocks noGrp="1"/>
          </p:cNvSpPr>
          <p:nvPr>
            <p:ph idx="1"/>
          </p:nvPr>
        </p:nvSpPr>
        <p:spPr/>
        <p:txBody>
          <a:bodyPr/>
          <a:lstStyle/>
          <a:p>
            <a:pPr>
              <a:spcBef>
                <a:spcPts val="1200"/>
              </a:spcBef>
            </a:pPr>
            <a:r>
              <a:rPr lang="en-US" dirty="0"/>
              <a:t>Increased focus on the “basics”</a:t>
            </a:r>
          </a:p>
          <a:p>
            <a:pPr>
              <a:spcBef>
                <a:spcPts val="1200"/>
              </a:spcBef>
            </a:pPr>
            <a:r>
              <a:rPr lang="en-US" dirty="0"/>
              <a:t>Brand loyalty has deteriorated, needs prioritization</a:t>
            </a:r>
          </a:p>
          <a:p>
            <a:pPr>
              <a:spcBef>
                <a:spcPts val="1200"/>
              </a:spcBef>
            </a:pPr>
            <a:r>
              <a:rPr lang="en-US" dirty="0"/>
              <a:t>“Home” as a robust marketing opportunity</a:t>
            </a:r>
          </a:p>
          <a:p>
            <a:pPr>
              <a:spcBef>
                <a:spcPts val="1200"/>
              </a:spcBef>
            </a:pPr>
            <a:r>
              <a:rPr lang="en-US" dirty="0"/>
              <a:t>Most effects likely to be temporary</a:t>
            </a:r>
          </a:p>
          <a:p>
            <a:pPr>
              <a:spcBef>
                <a:spcPts val="1200"/>
              </a:spcBef>
            </a:pPr>
            <a:r>
              <a:rPr lang="en-US" dirty="0"/>
              <a:t>Need for rapid response readiness</a:t>
            </a:r>
          </a:p>
        </p:txBody>
      </p:sp>
    </p:spTree>
    <p:extLst>
      <p:ext uri="{BB962C8B-B14F-4D97-AF65-F5344CB8AC3E}">
        <p14:creationId xmlns:p14="http://schemas.microsoft.com/office/powerpoint/2010/main" val="589461616"/>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Conclusions</a:t>
            </a:r>
            <a:endParaRPr lang="en-US" dirty="0"/>
          </a:p>
        </p:txBody>
      </p:sp>
      <p:sp>
        <p:nvSpPr>
          <p:cNvPr id="3" name="Content Placeholder 2"/>
          <p:cNvSpPr>
            <a:spLocks noGrp="1"/>
          </p:cNvSpPr>
          <p:nvPr>
            <p:ph idx="1"/>
          </p:nvPr>
        </p:nvSpPr>
        <p:spPr/>
        <p:txBody>
          <a:bodyPr/>
          <a:lstStyle/>
          <a:p>
            <a:r>
              <a:rPr lang="en-US"/>
              <a:t>How has your firm responded to COVID-19?</a:t>
            </a:r>
          </a:p>
          <a:p>
            <a:r>
              <a:rPr lang="en-US"/>
              <a:t>How have your own expectations for brands changed?</a:t>
            </a:r>
            <a:endParaRPr lang="en-US" dirty="0"/>
          </a:p>
        </p:txBody>
      </p:sp>
    </p:spTree>
    <p:extLst>
      <p:ext uri="{BB962C8B-B14F-4D97-AF65-F5344CB8AC3E}">
        <p14:creationId xmlns:p14="http://schemas.microsoft.com/office/powerpoint/2010/main" val="1558041983"/>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B8C0BD-2AA0-F21C-ACA0-F710E675655E}"/>
              </a:ext>
            </a:extLst>
          </p:cNvPr>
          <p:cNvSpPr>
            <a:spLocks noGrp="1"/>
          </p:cNvSpPr>
          <p:nvPr>
            <p:ph type="title" idx="4294967295"/>
          </p:nvPr>
        </p:nvSpPr>
        <p:spPr>
          <a:xfrm>
            <a:off x="838200" y="-1325563"/>
            <a:ext cx="10515600" cy="1325563"/>
          </a:xfrm>
          <a:prstGeom prst="rect">
            <a:avLst/>
          </a:prstGeom>
        </p:spPr>
        <p:txBody>
          <a:bodyPr anchor="b"/>
          <a:lstStyle/>
          <a:p>
            <a:r>
              <a:rPr lang="en-US" dirty="0"/>
              <a:t>End </a:t>
            </a:r>
            <a:r>
              <a:rPr lang="en-US"/>
              <a:t>of Lecture</a:t>
            </a:r>
            <a:endParaRPr lang="en-US" dirty="0"/>
          </a:p>
        </p:txBody>
      </p:sp>
    </p:spTree>
    <p:extLst>
      <p:ext uri="{BB962C8B-B14F-4D97-AF65-F5344CB8AC3E}">
        <p14:creationId xmlns:p14="http://schemas.microsoft.com/office/powerpoint/2010/main" val="1465759137"/>
      </p:ext>
    </p:extLst>
  </p:cSld>
  <p:clrMapOvr>
    <a:masterClrMapping/>
  </p:clrMapOvr>
</p:sld>
</file>

<file path=ppt/theme/theme1.xml><?xml version="1.0" encoding="utf-8"?>
<a:theme xmlns:a="http://schemas.openxmlformats.org/drawingml/2006/main" name="Lutz Template">
  <a:themeElements>
    <a:clrScheme name="Custom 5">
      <a:dk1>
        <a:srgbClr val="000099"/>
      </a:dk1>
      <a:lt1>
        <a:srgbClr val="FFFFFF"/>
      </a:lt1>
      <a:dk2>
        <a:srgbClr val="000099"/>
      </a:dk2>
      <a:lt2>
        <a:srgbClr val="FF0000"/>
      </a:lt2>
      <a:accent1>
        <a:srgbClr val="FFCC99"/>
      </a:accent1>
      <a:accent2>
        <a:srgbClr val="00A8A8"/>
      </a:accent2>
      <a:accent3>
        <a:srgbClr val="FFFFFF"/>
      </a:accent3>
      <a:accent4>
        <a:srgbClr val="000082"/>
      </a:accent4>
      <a:accent5>
        <a:srgbClr val="FFE2CA"/>
      </a:accent5>
      <a:accent6>
        <a:srgbClr val="009898"/>
      </a:accent6>
      <a:hlink>
        <a:srgbClr val="FFFFFF"/>
      </a:hlink>
      <a:folHlink>
        <a:srgbClr val="FF9933"/>
      </a:folHlink>
    </a:clrScheme>
    <a:fontScheme name="Century Gothic">
      <a:majorFont>
        <a:latin typeface="Century Gothic"/>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FFFFCC"/>
        </a:solidFill>
        <a:ln w="19050" cap="flat" cmpd="sng" algn="ctr">
          <a:solidFill>
            <a:schemeClr val="bg2"/>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2000" b="1"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rgbClr val="FFFFCC"/>
        </a:solidFill>
        <a:ln w="19050" cap="flat" cmpd="sng" algn="ctr">
          <a:solidFill>
            <a:schemeClr val="bg2"/>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2000" b="1" i="0" u="none" strike="noStrike" cap="none" normalizeH="0" baseline="0" smtClean="0">
            <a:ln>
              <a:noFill/>
            </a:ln>
            <a:solidFill>
              <a:schemeClr val="tx1"/>
            </a:solidFill>
            <a:effectLst/>
            <a:latin typeface="Arial" charset="0"/>
          </a:defRPr>
        </a:defPPr>
      </a:lstStyle>
    </a:lnDef>
  </a:objectDefaults>
  <a:extraClrSchemeLst>
    <a:extraClrScheme>
      <a:clrScheme name="finance 1">
        <a:dk1>
          <a:srgbClr val="54A8FF"/>
        </a:dk1>
        <a:lt1>
          <a:srgbClr val="FFFFCC"/>
        </a:lt1>
        <a:dk2>
          <a:srgbClr val="0000C2"/>
        </a:dk2>
        <a:lt2>
          <a:srgbClr val="FFFFCC"/>
        </a:lt2>
        <a:accent1>
          <a:srgbClr val="A8FFFF"/>
        </a:accent1>
        <a:accent2>
          <a:srgbClr val="00A8A8"/>
        </a:accent2>
        <a:accent3>
          <a:srgbClr val="AAAADD"/>
        </a:accent3>
        <a:accent4>
          <a:srgbClr val="DADAAE"/>
        </a:accent4>
        <a:accent5>
          <a:srgbClr val="D1FFFF"/>
        </a:accent5>
        <a:accent6>
          <a:srgbClr val="009898"/>
        </a:accent6>
        <a:hlink>
          <a:srgbClr val="0054A8"/>
        </a:hlink>
        <a:folHlink>
          <a:srgbClr val="FFFF52"/>
        </a:folHlink>
      </a:clrScheme>
      <a:clrMap bg1="dk2" tx1="lt1" bg2="dk1" tx2="lt2" accent1="accent1" accent2="accent2" accent3="accent3" accent4="accent4" accent5="accent5" accent6="accent6" hlink="hlink" folHlink="folHlink"/>
    </a:extraClrScheme>
    <a:extraClrScheme>
      <a:clrScheme name="finance 2">
        <a:dk1>
          <a:srgbClr val="54A8FF"/>
        </a:dk1>
        <a:lt1>
          <a:srgbClr val="FFFFFF"/>
        </a:lt1>
        <a:dk2>
          <a:srgbClr val="0101FF"/>
        </a:dk2>
        <a:lt2>
          <a:srgbClr val="FFFFFF"/>
        </a:lt2>
        <a:accent1>
          <a:srgbClr val="A8FFFF"/>
        </a:accent1>
        <a:accent2>
          <a:srgbClr val="00A8A8"/>
        </a:accent2>
        <a:accent3>
          <a:srgbClr val="AAAAFF"/>
        </a:accent3>
        <a:accent4>
          <a:srgbClr val="DADADA"/>
        </a:accent4>
        <a:accent5>
          <a:srgbClr val="D1FFFF"/>
        </a:accent5>
        <a:accent6>
          <a:srgbClr val="009898"/>
        </a:accent6>
        <a:hlink>
          <a:srgbClr val="0054A8"/>
        </a:hlink>
        <a:folHlink>
          <a:srgbClr val="FFFFEE"/>
        </a:folHlink>
      </a:clrScheme>
      <a:clrMap bg1="dk2" tx1="lt1" bg2="dk1" tx2="lt2" accent1="accent1" accent2="accent2" accent3="accent3" accent4="accent4" accent5="accent5" accent6="accent6" hlink="hlink" folHlink="folHlink"/>
    </a:extraClrScheme>
    <a:extraClrScheme>
      <a:clrScheme name="finance 3">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finance 4">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finance 5">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finance 6">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finance 7">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finance 8">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finance 9">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Lutz Template" id="{7041E6DD-49A6-4AB5-AAB4-C716DACF536E}" vid="{D050E169-809F-454B-B5A3-47A9A5F1396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1686</TotalTime>
  <Words>137</Words>
  <Application>Microsoft Office PowerPoint</Application>
  <PresentationFormat>Widescreen</PresentationFormat>
  <Paragraphs>31</Paragraphs>
  <Slides>11</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11</vt:i4>
      </vt:variant>
    </vt:vector>
  </HeadingPairs>
  <TitlesOfParts>
    <vt:vector size="20" baseType="lpstr">
      <vt:lpstr>ＭＳ Ｐゴシック</vt:lpstr>
      <vt:lpstr>Arial</vt:lpstr>
      <vt:lpstr>Calibri</vt:lpstr>
      <vt:lpstr>Century Gothic</vt:lpstr>
      <vt:lpstr>Tahoma</vt:lpstr>
      <vt:lpstr>Verdana</vt:lpstr>
      <vt:lpstr>Wingdings</vt:lpstr>
      <vt:lpstr>Wingdings 3</vt:lpstr>
      <vt:lpstr>Lutz Template</vt:lpstr>
      <vt:lpstr>Brand Response to COVID-19</vt:lpstr>
      <vt:lpstr>Overview</vt:lpstr>
      <vt:lpstr>Consumer Priorities for Brands</vt:lpstr>
      <vt:lpstr>Results of a McKinsey Study</vt:lpstr>
      <vt:lpstr>Re-Thinking the Brand Positioning Hierarchy</vt:lpstr>
      <vt:lpstr>Focus on Consumer, not Yourself</vt:lpstr>
      <vt:lpstr>Talk is Cheap, Take Action</vt:lpstr>
      <vt:lpstr>Make Employees the Heroes</vt:lpstr>
      <vt:lpstr>Pandemic Effects Going Forward</vt:lpstr>
      <vt:lpstr>Conclusions</vt:lpstr>
      <vt:lpstr>End of Lecture</vt:lpstr>
    </vt:vector>
  </TitlesOfParts>
  <Company>University of Florida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Brand Response to COVID-19</dc:title>
  <dc:creator>Lutz,Richard J</dc:creator>
  <cp:lastModifiedBy>Bleakney,Sarah W</cp:lastModifiedBy>
  <cp:revision>18</cp:revision>
  <cp:lastPrinted>2021-11-17T14:34:14Z</cp:lastPrinted>
  <dcterms:created xsi:type="dcterms:W3CDTF">2021-09-30T18:20:37Z</dcterms:created>
  <dcterms:modified xsi:type="dcterms:W3CDTF">2025-09-19T18:25:15Z</dcterms:modified>
</cp:coreProperties>
</file>